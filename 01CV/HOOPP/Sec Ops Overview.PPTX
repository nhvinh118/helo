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7" r:id="rId2"/>
    <p:sldId id="274" r:id="rId3"/>
    <p:sldId id="258" r:id="rId4"/>
    <p:sldId id="272" r:id="rId5"/>
    <p:sldId id="271" r:id="rId6"/>
    <p:sldId id="269" r:id="rId7"/>
    <p:sldId id="275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AEB202"/>
    <a:srgbClr val="CCCC00"/>
    <a:srgbClr val="BFBFBF"/>
    <a:srgbClr val="E2FE58"/>
    <a:srgbClr val="E4F86C"/>
    <a:srgbClr val="000000"/>
    <a:srgbClr val="DFFF85"/>
    <a:srgbClr val="99CC00"/>
    <a:srgbClr val="95B30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294" y="-10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860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6953D2-D45D-4FD6-AAEA-F8BD538FA63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50F71B-12F2-44EC-AFC8-B521945A8D3C}">
      <dgm:prSet phldrT="[Text]"/>
      <dgm:spPr/>
      <dgm:t>
        <a:bodyPr/>
        <a:lstStyle/>
        <a:p>
          <a:r>
            <a:rPr lang="en-US" dirty="0" smtClean="0"/>
            <a:t>Safiya Bannister</a:t>
          </a:r>
          <a:endParaRPr lang="en-US" dirty="0"/>
        </a:p>
        <a:p>
          <a:r>
            <a:rPr lang="en-US" dirty="0"/>
            <a:t>Director</a:t>
          </a:r>
        </a:p>
        <a:p>
          <a:r>
            <a:rPr lang="en-US" dirty="0" smtClean="0"/>
            <a:t>Securities Operations</a:t>
          </a:r>
          <a:endParaRPr lang="en-US" dirty="0"/>
        </a:p>
      </dgm:t>
    </dgm:pt>
    <dgm:pt modelId="{3EF3E546-6E11-4BBD-B72B-C456D6080350}" type="parTrans" cxnId="{52C5DF9B-4957-41CC-9605-BE812544DC1E}">
      <dgm:prSet/>
      <dgm:spPr/>
      <dgm:t>
        <a:bodyPr/>
        <a:lstStyle/>
        <a:p>
          <a:endParaRPr lang="en-US"/>
        </a:p>
      </dgm:t>
    </dgm:pt>
    <dgm:pt modelId="{4D4A558C-DD32-41C7-98DC-3EFC77B403C2}" type="sibTrans" cxnId="{52C5DF9B-4957-41CC-9605-BE812544DC1E}">
      <dgm:prSet/>
      <dgm:spPr/>
      <dgm:t>
        <a:bodyPr/>
        <a:lstStyle/>
        <a:p>
          <a:endParaRPr lang="en-US"/>
        </a:p>
      </dgm:t>
    </dgm:pt>
    <dgm:pt modelId="{74F9D819-061F-45AD-A2B3-718A7E69796B}">
      <dgm:prSet phldrT="[Text]"/>
      <dgm:spPr/>
      <dgm:t>
        <a:bodyPr/>
        <a:lstStyle/>
        <a:p>
          <a:r>
            <a:rPr lang="en-US" dirty="0" smtClean="0"/>
            <a:t>Vacant</a:t>
          </a:r>
          <a:endParaRPr lang="en-US" dirty="0"/>
        </a:p>
        <a:p>
          <a:r>
            <a:rPr lang="en-US" dirty="0"/>
            <a:t>Manager</a:t>
          </a:r>
        </a:p>
        <a:p>
          <a:r>
            <a:rPr lang="en-US" dirty="0" smtClean="0"/>
            <a:t>Securities Operations</a:t>
          </a:r>
          <a:endParaRPr lang="en-US" dirty="0"/>
        </a:p>
      </dgm:t>
    </dgm:pt>
    <dgm:pt modelId="{2EE73387-36B6-425D-B44C-CA56A02948B6}" type="parTrans" cxnId="{71BCACE8-2E6E-4C4E-83F5-46B590A34D86}">
      <dgm:prSet/>
      <dgm:spPr/>
      <dgm:t>
        <a:bodyPr/>
        <a:lstStyle/>
        <a:p>
          <a:endParaRPr lang="en-US"/>
        </a:p>
      </dgm:t>
    </dgm:pt>
    <dgm:pt modelId="{4ADA634E-06A0-4222-9708-FF55ACF67BD5}" type="sibTrans" cxnId="{71BCACE8-2E6E-4C4E-83F5-46B590A34D86}">
      <dgm:prSet/>
      <dgm:spPr/>
      <dgm:t>
        <a:bodyPr/>
        <a:lstStyle/>
        <a:p>
          <a:endParaRPr lang="en-US"/>
        </a:p>
      </dgm:t>
    </dgm:pt>
    <dgm:pt modelId="{37F91779-173C-4AB9-90E3-48D053E7AE90}">
      <dgm:prSet/>
      <dgm:spPr/>
      <dgm:t>
        <a:bodyPr/>
        <a:lstStyle/>
        <a:p>
          <a:r>
            <a:rPr lang="en-US" dirty="0" smtClean="0"/>
            <a:t>Bertha Chang</a:t>
          </a:r>
          <a:endParaRPr lang="en-US" dirty="0"/>
        </a:p>
        <a:p>
          <a:r>
            <a:rPr lang="en-US" dirty="0" smtClean="0"/>
            <a:t>Senior Associate</a:t>
          </a:r>
          <a:endParaRPr lang="en-US" dirty="0"/>
        </a:p>
      </dgm:t>
    </dgm:pt>
    <dgm:pt modelId="{55933E03-3EFA-41FF-BDBD-D9304BA7748F}" type="parTrans" cxnId="{C12D6037-551E-4F13-8FD4-379809242416}">
      <dgm:prSet/>
      <dgm:spPr/>
      <dgm:t>
        <a:bodyPr/>
        <a:lstStyle/>
        <a:p>
          <a:endParaRPr lang="en-US"/>
        </a:p>
      </dgm:t>
    </dgm:pt>
    <dgm:pt modelId="{3DC2767A-C883-4D3E-9D2B-2B8855DA0745}" type="sibTrans" cxnId="{C12D6037-551E-4F13-8FD4-379809242416}">
      <dgm:prSet/>
      <dgm:spPr/>
      <dgm:t>
        <a:bodyPr/>
        <a:lstStyle/>
        <a:p>
          <a:endParaRPr lang="en-US"/>
        </a:p>
      </dgm:t>
    </dgm:pt>
    <dgm:pt modelId="{33B30F7A-E8F8-4FF4-96BE-7B328C6053B8}">
      <dgm:prSet/>
      <dgm:spPr/>
      <dgm:t>
        <a:bodyPr/>
        <a:lstStyle/>
        <a:p>
          <a:r>
            <a:rPr lang="en-US" dirty="0" smtClean="0"/>
            <a:t>Soo Youn Kim (Mat Leave</a:t>
          </a:r>
          <a:r>
            <a:rPr lang="en-US" dirty="0" smtClean="0"/>
            <a:t>)   Senior </a:t>
          </a:r>
          <a:r>
            <a:rPr lang="en-US" dirty="0" smtClean="0"/>
            <a:t>Associate Backfilled by Nitasha Dawer</a:t>
          </a:r>
          <a:endParaRPr lang="en-US" dirty="0"/>
        </a:p>
      </dgm:t>
    </dgm:pt>
    <dgm:pt modelId="{A6060026-9E50-46EA-A619-67A8E50DA6D8}" type="parTrans" cxnId="{1FE1B5ED-463B-448B-BD16-FBD9D867860A}">
      <dgm:prSet/>
      <dgm:spPr/>
      <dgm:t>
        <a:bodyPr/>
        <a:lstStyle/>
        <a:p>
          <a:endParaRPr lang="en-US"/>
        </a:p>
      </dgm:t>
    </dgm:pt>
    <dgm:pt modelId="{2DCA43C0-E9DB-4F2B-B713-F652DCA47765}" type="sibTrans" cxnId="{1FE1B5ED-463B-448B-BD16-FBD9D867860A}">
      <dgm:prSet/>
      <dgm:spPr/>
      <dgm:t>
        <a:bodyPr/>
        <a:lstStyle/>
        <a:p>
          <a:endParaRPr lang="en-US"/>
        </a:p>
      </dgm:t>
    </dgm:pt>
    <dgm:pt modelId="{04F679CC-D65D-4889-B30D-BF723F72D637}">
      <dgm:prSet/>
      <dgm:spPr/>
      <dgm:t>
        <a:bodyPr/>
        <a:lstStyle/>
        <a:p>
          <a:r>
            <a:rPr lang="en-US" dirty="0" err="1" smtClean="0"/>
            <a:t>Kwa-Yeon</a:t>
          </a:r>
          <a:r>
            <a:rPr lang="en-US" dirty="0" smtClean="0"/>
            <a:t> Ryoo</a:t>
          </a:r>
          <a:endParaRPr lang="en-US" dirty="0"/>
        </a:p>
        <a:p>
          <a:r>
            <a:rPr lang="en-US" dirty="0" smtClean="0"/>
            <a:t>Associate</a:t>
          </a:r>
          <a:endParaRPr lang="en-US" dirty="0"/>
        </a:p>
      </dgm:t>
    </dgm:pt>
    <dgm:pt modelId="{59BA84BC-B334-4196-A38E-959DBD24ECD6}" type="parTrans" cxnId="{9042A453-CFC5-48F8-8921-1C45A9DACB00}">
      <dgm:prSet/>
      <dgm:spPr/>
      <dgm:t>
        <a:bodyPr/>
        <a:lstStyle/>
        <a:p>
          <a:endParaRPr lang="en-US"/>
        </a:p>
      </dgm:t>
    </dgm:pt>
    <dgm:pt modelId="{A683B25A-F8D8-4CCF-8EC2-93F5EEBD2F86}" type="sibTrans" cxnId="{9042A453-CFC5-48F8-8921-1C45A9DACB00}">
      <dgm:prSet/>
      <dgm:spPr/>
      <dgm:t>
        <a:bodyPr/>
        <a:lstStyle/>
        <a:p>
          <a:endParaRPr lang="en-US"/>
        </a:p>
      </dgm:t>
    </dgm:pt>
    <dgm:pt modelId="{52931F12-9AD7-44FE-BA57-D7AEBDFD68E8}">
      <dgm:prSet/>
      <dgm:spPr/>
      <dgm:t>
        <a:bodyPr/>
        <a:lstStyle/>
        <a:p>
          <a:r>
            <a:rPr lang="en-US" dirty="0" smtClean="0"/>
            <a:t>Simon </a:t>
          </a:r>
          <a:r>
            <a:rPr lang="en-US" dirty="0" smtClean="0"/>
            <a:t>Liu          </a:t>
          </a:r>
          <a:r>
            <a:rPr lang="en-US" dirty="0" smtClean="0"/>
            <a:t>Associate</a:t>
          </a:r>
          <a:endParaRPr lang="en-US" dirty="0"/>
        </a:p>
      </dgm:t>
    </dgm:pt>
    <dgm:pt modelId="{E3CB8C60-A65B-4CA6-98B6-D4CA30A9300B}" type="parTrans" cxnId="{52FA023E-DC54-4261-A142-D0F30D513780}">
      <dgm:prSet/>
      <dgm:spPr/>
      <dgm:t>
        <a:bodyPr/>
        <a:lstStyle/>
        <a:p>
          <a:endParaRPr lang="en-US"/>
        </a:p>
      </dgm:t>
    </dgm:pt>
    <dgm:pt modelId="{DB58EBA2-68D2-41D0-8A4D-0583794A280A}" type="sibTrans" cxnId="{52FA023E-DC54-4261-A142-D0F30D513780}">
      <dgm:prSet/>
      <dgm:spPr/>
      <dgm:t>
        <a:bodyPr/>
        <a:lstStyle/>
        <a:p>
          <a:endParaRPr lang="en-US"/>
        </a:p>
      </dgm:t>
    </dgm:pt>
    <dgm:pt modelId="{32670B1C-CA4A-491A-A64B-677991BF1B5F}">
      <dgm:prSet/>
      <dgm:spPr/>
      <dgm:t>
        <a:bodyPr/>
        <a:lstStyle/>
        <a:p>
          <a:r>
            <a:rPr lang="en-US" dirty="0" smtClean="0"/>
            <a:t>Rita Yu</a:t>
          </a:r>
        </a:p>
        <a:p>
          <a:r>
            <a:rPr lang="en-US" dirty="0" smtClean="0"/>
            <a:t>Associate</a:t>
          </a:r>
          <a:endParaRPr lang="en-US" dirty="0"/>
        </a:p>
      </dgm:t>
    </dgm:pt>
    <dgm:pt modelId="{EC669987-44CD-46FA-9B03-AD1C81D4F255}" type="parTrans" cxnId="{A9C9386A-2D94-4D14-BADA-DC4DD92444A0}">
      <dgm:prSet/>
      <dgm:spPr/>
      <dgm:t>
        <a:bodyPr/>
        <a:lstStyle/>
        <a:p>
          <a:endParaRPr lang="en-US"/>
        </a:p>
      </dgm:t>
    </dgm:pt>
    <dgm:pt modelId="{C34898C7-159D-42BC-BE93-ED0DEC0C218C}" type="sibTrans" cxnId="{A9C9386A-2D94-4D14-BADA-DC4DD92444A0}">
      <dgm:prSet/>
      <dgm:spPr/>
      <dgm:t>
        <a:bodyPr/>
        <a:lstStyle/>
        <a:p>
          <a:endParaRPr lang="en-US"/>
        </a:p>
      </dgm:t>
    </dgm:pt>
    <dgm:pt modelId="{F17052AF-B9DA-4F04-A4AB-971256D1EE37}">
      <dgm:prSet/>
      <dgm:spPr/>
      <dgm:t>
        <a:bodyPr/>
        <a:lstStyle/>
        <a:p>
          <a:r>
            <a:rPr lang="en-US" dirty="0" smtClean="0"/>
            <a:t>Safia Iman    </a:t>
          </a:r>
          <a:r>
            <a:rPr lang="en-US" dirty="0" smtClean="0"/>
            <a:t>           </a:t>
          </a:r>
          <a:r>
            <a:rPr lang="en-US" dirty="0" smtClean="0"/>
            <a:t>Senior Associate</a:t>
          </a:r>
          <a:endParaRPr lang="en-US" dirty="0"/>
        </a:p>
      </dgm:t>
    </dgm:pt>
    <dgm:pt modelId="{3584D6B3-C34C-41AB-B5B2-C4B73BFB2BE7}" type="parTrans" cxnId="{55BA9C47-E020-483B-8BBA-1EBA810F19CF}">
      <dgm:prSet/>
      <dgm:spPr/>
      <dgm:t>
        <a:bodyPr/>
        <a:lstStyle/>
        <a:p>
          <a:endParaRPr lang="en-US"/>
        </a:p>
      </dgm:t>
    </dgm:pt>
    <dgm:pt modelId="{9BD1276E-48C1-4CB4-A0F1-BBDDAEE5574A}" type="sibTrans" cxnId="{55BA9C47-E020-483B-8BBA-1EBA810F19CF}">
      <dgm:prSet/>
      <dgm:spPr/>
      <dgm:t>
        <a:bodyPr/>
        <a:lstStyle/>
        <a:p>
          <a:endParaRPr lang="en-US"/>
        </a:p>
      </dgm:t>
    </dgm:pt>
    <dgm:pt modelId="{A2C5EBA0-9D46-4220-8994-2AB66769A6BC}">
      <dgm:prSet/>
      <dgm:spPr/>
      <dgm:t>
        <a:bodyPr/>
        <a:lstStyle/>
        <a:p>
          <a:r>
            <a:rPr lang="en-US" dirty="0" smtClean="0"/>
            <a:t>Michael Marchetti</a:t>
          </a:r>
          <a:endParaRPr lang="en-US" dirty="0"/>
        </a:p>
        <a:p>
          <a:r>
            <a:rPr lang="en-US" dirty="0" smtClean="0"/>
            <a:t>Analyst</a:t>
          </a:r>
          <a:endParaRPr lang="en-US" dirty="0"/>
        </a:p>
      </dgm:t>
    </dgm:pt>
    <dgm:pt modelId="{ADF73220-6B34-4DBD-863A-504651230D8F}" type="parTrans" cxnId="{707B2CA5-EAEC-48DB-B8D8-5FD6DBAE29FC}">
      <dgm:prSet/>
      <dgm:spPr/>
      <dgm:t>
        <a:bodyPr/>
        <a:lstStyle/>
        <a:p>
          <a:endParaRPr lang="en-US"/>
        </a:p>
      </dgm:t>
    </dgm:pt>
    <dgm:pt modelId="{B4C409F7-B4D1-469D-ACB3-611200AD495A}" type="sibTrans" cxnId="{707B2CA5-EAEC-48DB-B8D8-5FD6DBAE29FC}">
      <dgm:prSet/>
      <dgm:spPr/>
      <dgm:t>
        <a:bodyPr/>
        <a:lstStyle/>
        <a:p>
          <a:endParaRPr lang="en-US"/>
        </a:p>
      </dgm:t>
    </dgm:pt>
    <dgm:pt modelId="{42A38545-2CF5-4E0E-9D44-BF7B42243495}" type="pres">
      <dgm:prSet presAssocID="{C36953D2-D45D-4FD6-AAEA-F8BD538FA63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77AC694-1BC1-40A1-A3F8-58B7A87F40AA}" type="pres">
      <dgm:prSet presAssocID="{2850F71B-12F2-44EC-AFC8-B521945A8D3C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BBC6543-CC93-4B9B-8934-D5C4F80B5FAD}" type="pres">
      <dgm:prSet presAssocID="{2850F71B-12F2-44EC-AFC8-B521945A8D3C}" presName="rootComposite1" presStyleCnt="0"/>
      <dgm:spPr/>
      <dgm:t>
        <a:bodyPr/>
        <a:lstStyle/>
        <a:p>
          <a:endParaRPr lang="en-US"/>
        </a:p>
      </dgm:t>
    </dgm:pt>
    <dgm:pt modelId="{F0B786C8-1F9D-4967-AFD3-CB78AB747E6E}" type="pres">
      <dgm:prSet presAssocID="{2850F71B-12F2-44EC-AFC8-B521945A8D3C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ACA454-22F5-4576-85E7-AA560213DA26}" type="pres">
      <dgm:prSet presAssocID="{2850F71B-12F2-44EC-AFC8-B521945A8D3C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C5974DB-2ED6-4DA0-90CB-117D71321516}" type="pres">
      <dgm:prSet presAssocID="{2850F71B-12F2-44EC-AFC8-B521945A8D3C}" presName="hierChild2" presStyleCnt="0"/>
      <dgm:spPr/>
      <dgm:t>
        <a:bodyPr/>
        <a:lstStyle/>
        <a:p>
          <a:endParaRPr lang="en-US"/>
        </a:p>
      </dgm:t>
    </dgm:pt>
    <dgm:pt modelId="{BAAA3AF6-091D-4EE6-BCC5-3FF558F16E46}" type="pres">
      <dgm:prSet presAssocID="{2EE73387-36B6-425D-B44C-CA56A02948B6}" presName="Name37" presStyleLbl="parChTrans1D2" presStyleIdx="0" presStyleCnt="1"/>
      <dgm:spPr/>
      <dgm:t>
        <a:bodyPr/>
        <a:lstStyle/>
        <a:p>
          <a:endParaRPr lang="en-US"/>
        </a:p>
      </dgm:t>
    </dgm:pt>
    <dgm:pt modelId="{CAAB3E0E-11FC-4EF8-8540-BB9A3D0E9CA7}" type="pres">
      <dgm:prSet presAssocID="{74F9D819-061F-45AD-A2B3-718A7E69796B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AB173538-52E7-448C-A638-5328BDEAC97A}" type="pres">
      <dgm:prSet presAssocID="{74F9D819-061F-45AD-A2B3-718A7E69796B}" presName="rootComposite" presStyleCnt="0"/>
      <dgm:spPr/>
      <dgm:t>
        <a:bodyPr/>
        <a:lstStyle/>
        <a:p>
          <a:endParaRPr lang="en-US"/>
        </a:p>
      </dgm:t>
    </dgm:pt>
    <dgm:pt modelId="{32CF2D40-DB2B-4B72-96F8-47A031C39D8F}" type="pres">
      <dgm:prSet presAssocID="{74F9D819-061F-45AD-A2B3-718A7E69796B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4416A2-1736-4DF1-92BD-542A34A182D8}" type="pres">
      <dgm:prSet presAssocID="{74F9D819-061F-45AD-A2B3-718A7E69796B}" presName="rootConnector" presStyleLbl="node2" presStyleIdx="0" presStyleCnt="1"/>
      <dgm:spPr/>
      <dgm:t>
        <a:bodyPr/>
        <a:lstStyle/>
        <a:p>
          <a:endParaRPr lang="en-US"/>
        </a:p>
      </dgm:t>
    </dgm:pt>
    <dgm:pt modelId="{F0FC5FF2-94DC-4C36-B11B-9DA9C25970A4}" type="pres">
      <dgm:prSet presAssocID="{74F9D819-061F-45AD-A2B3-718A7E69796B}" presName="hierChild4" presStyleCnt="0"/>
      <dgm:spPr/>
      <dgm:t>
        <a:bodyPr/>
        <a:lstStyle/>
        <a:p>
          <a:endParaRPr lang="en-US"/>
        </a:p>
      </dgm:t>
    </dgm:pt>
    <dgm:pt modelId="{80821D53-ACDB-40F1-B573-E90BCDAEC203}" type="pres">
      <dgm:prSet presAssocID="{55933E03-3EFA-41FF-BDBD-D9304BA7748F}" presName="Name37" presStyleLbl="parChTrans1D3" presStyleIdx="0" presStyleCnt="7"/>
      <dgm:spPr/>
      <dgm:t>
        <a:bodyPr/>
        <a:lstStyle/>
        <a:p>
          <a:endParaRPr lang="en-US"/>
        </a:p>
      </dgm:t>
    </dgm:pt>
    <dgm:pt modelId="{3872EB24-9BCD-4355-9818-093DAFCC62BF}" type="pres">
      <dgm:prSet presAssocID="{37F91779-173C-4AB9-90E3-48D053E7AE90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12C9FA6F-4A48-4982-809F-9F2021924166}" type="pres">
      <dgm:prSet presAssocID="{37F91779-173C-4AB9-90E3-48D053E7AE90}" presName="rootComposite" presStyleCnt="0"/>
      <dgm:spPr/>
      <dgm:t>
        <a:bodyPr/>
        <a:lstStyle/>
        <a:p>
          <a:endParaRPr lang="en-US"/>
        </a:p>
      </dgm:t>
    </dgm:pt>
    <dgm:pt modelId="{196F358F-D56A-4105-82FE-9F90C378D910}" type="pres">
      <dgm:prSet presAssocID="{37F91779-173C-4AB9-90E3-48D053E7AE90}" presName="rootText" presStyleLbl="node3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13EB5C-BC56-434C-B04B-1D5516357606}" type="pres">
      <dgm:prSet presAssocID="{37F91779-173C-4AB9-90E3-48D053E7AE90}" presName="rootConnector" presStyleLbl="node3" presStyleIdx="0" presStyleCnt="7"/>
      <dgm:spPr/>
      <dgm:t>
        <a:bodyPr/>
        <a:lstStyle/>
        <a:p>
          <a:endParaRPr lang="en-US"/>
        </a:p>
      </dgm:t>
    </dgm:pt>
    <dgm:pt modelId="{DB9F8BF7-99AB-4BE6-BD70-6F52E18223E0}" type="pres">
      <dgm:prSet presAssocID="{37F91779-173C-4AB9-90E3-48D053E7AE90}" presName="hierChild4" presStyleCnt="0"/>
      <dgm:spPr/>
      <dgm:t>
        <a:bodyPr/>
        <a:lstStyle/>
        <a:p>
          <a:endParaRPr lang="en-US"/>
        </a:p>
      </dgm:t>
    </dgm:pt>
    <dgm:pt modelId="{02582303-EF35-4F30-9709-091515EE0ABA}" type="pres">
      <dgm:prSet presAssocID="{37F91779-173C-4AB9-90E3-48D053E7AE90}" presName="hierChild5" presStyleCnt="0"/>
      <dgm:spPr/>
      <dgm:t>
        <a:bodyPr/>
        <a:lstStyle/>
        <a:p>
          <a:endParaRPr lang="en-US"/>
        </a:p>
      </dgm:t>
    </dgm:pt>
    <dgm:pt modelId="{16673E39-5144-41A4-A70B-64DD5AE5956C}" type="pres">
      <dgm:prSet presAssocID="{A6060026-9E50-46EA-A619-67A8E50DA6D8}" presName="Name37" presStyleLbl="parChTrans1D3" presStyleIdx="1" presStyleCnt="7"/>
      <dgm:spPr/>
      <dgm:t>
        <a:bodyPr/>
        <a:lstStyle/>
        <a:p>
          <a:endParaRPr lang="en-US"/>
        </a:p>
      </dgm:t>
    </dgm:pt>
    <dgm:pt modelId="{C387174F-7E55-4856-A4D2-96F3B9CB3A9A}" type="pres">
      <dgm:prSet presAssocID="{33B30F7A-E8F8-4FF4-96BE-7B328C6053B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D219B1E-678E-4DFB-8FC2-E7683A85D467}" type="pres">
      <dgm:prSet presAssocID="{33B30F7A-E8F8-4FF4-96BE-7B328C6053B8}" presName="rootComposite" presStyleCnt="0"/>
      <dgm:spPr/>
      <dgm:t>
        <a:bodyPr/>
        <a:lstStyle/>
        <a:p>
          <a:endParaRPr lang="en-US"/>
        </a:p>
      </dgm:t>
    </dgm:pt>
    <dgm:pt modelId="{CFF8A5D1-AE8D-4C1E-80D6-B3EACB169552}" type="pres">
      <dgm:prSet presAssocID="{33B30F7A-E8F8-4FF4-96BE-7B328C6053B8}" presName="rootText" presStyleLbl="node3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37E1B-889F-42BA-8A65-BD6D9811FF18}" type="pres">
      <dgm:prSet presAssocID="{33B30F7A-E8F8-4FF4-96BE-7B328C6053B8}" presName="rootConnector" presStyleLbl="node3" presStyleIdx="1" presStyleCnt="7"/>
      <dgm:spPr/>
      <dgm:t>
        <a:bodyPr/>
        <a:lstStyle/>
        <a:p>
          <a:endParaRPr lang="en-US"/>
        </a:p>
      </dgm:t>
    </dgm:pt>
    <dgm:pt modelId="{1F98512A-A567-443A-9284-6A2D323ED4EC}" type="pres">
      <dgm:prSet presAssocID="{33B30F7A-E8F8-4FF4-96BE-7B328C6053B8}" presName="hierChild4" presStyleCnt="0"/>
      <dgm:spPr/>
      <dgm:t>
        <a:bodyPr/>
        <a:lstStyle/>
        <a:p>
          <a:endParaRPr lang="en-US"/>
        </a:p>
      </dgm:t>
    </dgm:pt>
    <dgm:pt modelId="{334475BB-8BF2-49A1-9FAC-C064A10F0619}" type="pres">
      <dgm:prSet presAssocID="{33B30F7A-E8F8-4FF4-96BE-7B328C6053B8}" presName="hierChild5" presStyleCnt="0"/>
      <dgm:spPr/>
      <dgm:t>
        <a:bodyPr/>
        <a:lstStyle/>
        <a:p>
          <a:endParaRPr lang="en-US"/>
        </a:p>
      </dgm:t>
    </dgm:pt>
    <dgm:pt modelId="{976D41C6-4B42-485E-82E0-C2BA1ADEBACE}" type="pres">
      <dgm:prSet presAssocID="{3584D6B3-C34C-41AB-B5B2-C4B73BFB2BE7}" presName="Name37" presStyleLbl="parChTrans1D3" presStyleIdx="2" presStyleCnt="7"/>
      <dgm:spPr/>
      <dgm:t>
        <a:bodyPr/>
        <a:lstStyle/>
        <a:p>
          <a:endParaRPr lang="en-US"/>
        </a:p>
      </dgm:t>
    </dgm:pt>
    <dgm:pt modelId="{E983F9ED-D1C9-4437-BBE7-BF72329A437F}" type="pres">
      <dgm:prSet presAssocID="{F17052AF-B9DA-4F04-A4AB-971256D1EE37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A24498BF-CE93-4E26-B4F5-9BF9976C9EBB}" type="pres">
      <dgm:prSet presAssocID="{F17052AF-B9DA-4F04-A4AB-971256D1EE37}" presName="rootComposite" presStyleCnt="0"/>
      <dgm:spPr/>
      <dgm:t>
        <a:bodyPr/>
        <a:lstStyle/>
        <a:p>
          <a:endParaRPr lang="en-US"/>
        </a:p>
      </dgm:t>
    </dgm:pt>
    <dgm:pt modelId="{F7718076-D80D-4B5D-8EB5-D26C893FC01C}" type="pres">
      <dgm:prSet presAssocID="{F17052AF-B9DA-4F04-A4AB-971256D1EE37}" presName="rootText" presStyleLbl="node3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7013BD3-25FF-4B96-8EDC-62CF116AC35A}" type="pres">
      <dgm:prSet presAssocID="{F17052AF-B9DA-4F04-A4AB-971256D1EE37}" presName="rootConnector" presStyleLbl="node3" presStyleIdx="2" presStyleCnt="7"/>
      <dgm:spPr/>
      <dgm:t>
        <a:bodyPr/>
        <a:lstStyle/>
        <a:p>
          <a:endParaRPr lang="en-US"/>
        </a:p>
      </dgm:t>
    </dgm:pt>
    <dgm:pt modelId="{16851013-75E3-42C4-8D54-5C58CB9994E7}" type="pres">
      <dgm:prSet presAssocID="{F17052AF-B9DA-4F04-A4AB-971256D1EE37}" presName="hierChild4" presStyleCnt="0"/>
      <dgm:spPr/>
      <dgm:t>
        <a:bodyPr/>
        <a:lstStyle/>
        <a:p>
          <a:endParaRPr lang="en-US"/>
        </a:p>
      </dgm:t>
    </dgm:pt>
    <dgm:pt modelId="{33C85702-1A76-4EEC-881D-3CC8DFBF826A}" type="pres">
      <dgm:prSet presAssocID="{F17052AF-B9DA-4F04-A4AB-971256D1EE37}" presName="hierChild5" presStyleCnt="0"/>
      <dgm:spPr/>
      <dgm:t>
        <a:bodyPr/>
        <a:lstStyle/>
        <a:p>
          <a:endParaRPr lang="en-US"/>
        </a:p>
      </dgm:t>
    </dgm:pt>
    <dgm:pt modelId="{4F60F952-F740-4BAA-B0B8-4FF962535FD6}" type="pres">
      <dgm:prSet presAssocID="{EC669987-44CD-46FA-9B03-AD1C81D4F255}" presName="Name37" presStyleLbl="parChTrans1D3" presStyleIdx="3" presStyleCnt="7"/>
      <dgm:spPr/>
      <dgm:t>
        <a:bodyPr/>
        <a:lstStyle/>
        <a:p>
          <a:endParaRPr lang="en-US"/>
        </a:p>
      </dgm:t>
    </dgm:pt>
    <dgm:pt modelId="{8B1A6900-1C41-4C15-B452-3243F29A34F3}" type="pres">
      <dgm:prSet presAssocID="{32670B1C-CA4A-491A-A64B-677991BF1B5F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2A0448EC-47A4-46C0-8CB7-D5A326AC0B25}" type="pres">
      <dgm:prSet presAssocID="{32670B1C-CA4A-491A-A64B-677991BF1B5F}" presName="rootComposite" presStyleCnt="0"/>
      <dgm:spPr/>
      <dgm:t>
        <a:bodyPr/>
        <a:lstStyle/>
        <a:p>
          <a:endParaRPr lang="en-US"/>
        </a:p>
      </dgm:t>
    </dgm:pt>
    <dgm:pt modelId="{FB69AD88-8A01-4E10-ACD1-748450E8EAB3}" type="pres">
      <dgm:prSet presAssocID="{32670B1C-CA4A-491A-A64B-677991BF1B5F}" presName="rootText" presStyleLbl="node3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F7D009-D867-4DA8-BA63-259F09FE098E}" type="pres">
      <dgm:prSet presAssocID="{32670B1C-CA4A-491A-A64B-677991BF1B5F}" presName="rootConnector" presStyleLbl="node3" presStyleIdx="3" presStyleCnt="7"/>
      <dgm:spPr/>
      <dgm:t>
        <a:bodyPr/>
        <a:lstStyle/>
        <a:p>
          <a:endParaRPr lang="en-US"/>
        </a:p>
      </dgm:t>
    </dgm:pt>
    <dgm:pt modelId="{9EF1CA42-9702-4858-8434-14EF3D1D74C6}" type="pres">
      <dgm:prSet presAssocID="{32670B1C-CA4A-491A-A64B-677991BF1B5F}" presName="hierChild4" presStyleCnt="0"/>
      <dgm:spPr/>
      <dgm:t>
        <a:bodyPr/>
        <a:lstStyle/>
        <a:p>
          <a:endParaRPr lang="en-US"/>
        </a:p>
      </dgm:t>
    </dgm:pt>
    <dgm:pt modelId="{260D239F-0B8D-4EAC-AD0E-AB999BA5484D}" type="pres">
      <dgm:prSet presAssocID="{32670B1C-CA4A-491A-A64B-677991BF1B5F}" presName="hierChild5" presStyleCnt="0"/>
      <dgm:spPr/>
      <dgm:t>
        <a:bodyPr/>
        <a:lstStyle/>
        <a:p>
          <a:endParaRPr lang="en-US"/>
        </a:p>
      </dgm:t>
    </dgm:pt>
    <dgm:pt modelId="{BC201EF8-F578-4E9F-988D-2F2F3F180280}" type="pres">
      <dgm:prSet presAssocID="{59BA84BC-B334-4196-A38E-959DBD24ECD6}" presName="Name37" presStyleLbl="parChTrans1D3" presStyleIdx="4" presStyleCnt="7"/>
      <dgm:spPr/>
      <dgm:t>
        <a:bodyPr/>
        <a:lstStyle/>
        <a:p>
          <a:endParaRPr lang="en-US"/>
        </a:p>
      </dgm:t>
    </dgm:pt>
    <dgm:pt modelId="{03926C2A-E2DF-4766-9DB1-4044F5467175}" type="pres">
      <dgm:prSet presAssocID="{04F679CC-D65D-4889-B30D-BF723F72D637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F909BCEA-94B2-4E43-924B-E13579C50290}" type="pres">
      <dgm:prSet presAssocID="{04F679CC-D65D-4889-B30D-BF723F72D637}" presName="rootComposite" presStyleCnt="0"/>
      <dgm:spPr/>
      <dgm:t>
        <a:bodyPr/>
        <a:lstStyle/>
        <a:p>
          <a:endParaRPr lang="en-US"/>
        </a:p>
      </dgm:t>
    </dgm:pt>
    <dgm:pt modelId="{0B995148-26FA-4A9C-B367-BFBB80FA20F9}" type="pres">
      <dgm:prSet presAssocID="{04F679CC-D65D-4889-B30D-BF723F72D637}" presName="rootText" presStyleLbl="node3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F19907-B390-4581-8CD9-708F0FE03FA5}" type="pres">
      <dgm:prSet presAssocID="{04F679CC-D65D-4889-B30D-BF723F72D637}" presName="rootConnector" presStyleLbl="node3" presStyleIdx="4" presStyleCnt="7"/>
      <dgm:spPr/>
      <dgm:t>
        <a:bodyPr/>
        <a:lstStyle/>
        <a:p>
          <a:endParaRPr lang="en-US"/>
        </a:p>
      </dgm:t>
    </dgm:pt>
    <dgm:pt modelId="{2E71C987-8C2B-402A-BCF2-DC3B245B0BD5}" type="pres">
      <dgm:prSet presAssocID="{04F679CC-D65D-4889-B30D-BF723F72D637}" presName="hierChild4" presStyleCnt="0"/>
      <dgm:spPr/>
      <dgm:t>
        <a:bodyPr/>
        <a:lstStyle/>
        <a:p>
          <a:endParaRPr lang="en-US"/>
        </a:p>
      </dgm:t>
    </dgm:pt>
    <dgm:pt modelId="{E403B96B-A413-467D-9081-6937AAED59FF}" type="pres">
      <dgm:prSet presAssocID="{04F679CC-D65D-4889-B30D-BF723F72D637}" presName="hierChild5" presStyleCnt="0"/>
      <dgm:spPr/>
      <dgm:t>
        <a:bodyPr/>
        <a:lstStyle/>
        <a:p>
          <a:endParaRPr lang="en-US"/>
        </a:p>
      </dgm:t>
    </dgm:pt>
    <dgm:pt modelId="{161A2971-C0DB-4793-94FC-5A0E084B3154}" type="pres">
      <dgm:prSet presAssocID="{E3CB8C60-A65B-4CA6-98B6-D4CA30A9300B}" presName="Name37" presStyleLbl="parChTrans1D3" presStyleIdx="5" presStyleCnt="7"/>
      <dgm:spPr/>
      <dgm:t>
        <a:bodyPr/>
        <a:lstStyle/>
        <a:p>
          <a:endParaRPr lang="en-US"/>
        </a:p>
      </dgm:t>
    </dgm:pt>
    <dgm:pt modelId="{C871EAC4-79B4-4901-8A91-04F125503C98}" type="pres">
      <dgm:prSet presAssocID="{52931F12-9AD7-44FE-BA57-D7AEBDFD68E8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B5FFB534-0E21-4CC4-8C77-6C96CA1E68D8}" type="pres">
      <dgm:prSet presAssocID="{52931F12-9AD7-44FE-BA57-D7AEBDFD68E8}" presName="rootComposite" presStyleCnt="0"/>
      <dgm:spPr/>
      <dgm:t>
        <a:bodyPr/>
        <a:lstStyle/>
        <a:p>
          <a:endParaRPr lang="en-US"/>
        </a:p>
      </dgm:t>
    </dgm:pt>
    <dgm:pt modelId="{EE5A11D1-7DEA-4ED0-8590-330ED4AE94BB}" type="pres">
      <dgm:prSet presAssocID="{52931F12-9AD7-44FE-BA57-D7AEBDFD68E8}" presName="rootText" presStyleLbl="node3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6E4190-0CFA-4CE1-9465-0D3BCB4797A6}" type="pres">
      <dgm:prSet presAssocID="{52931F12-9AD7-44FE-BA57-D7AEBDFD68E8}" presName="rootConnector" presStyleLbl="node3" presStyleIdx="5" presStyleCnt="7"/>
      <dgm:spPr/>
      <dgm:t>
        <a:bodyPr/>
        <a:lstStyle/>
        <a:p>
          <a:endParaRPr lang="en-US"/>
        </a:p>
      </dgm:t>
    </dgm:pt>
    <dgm:pt modelId="{3454AA02-EDF0-443C-A0D0-957F4BE7D117}" type="pres">
      <dgm:prSet presAssocID="{52931F12-9AD7-44FE-BA57-D7AEBDFD68E8}" presName="hierChild4" presStyleCnt="0"/>
      <dgm:spPr/>
      <dgm:t>
        <a:bodyPr/>
        <a:lstStyle/>
        <a:p>
          <a:endParaRPr lang="en-US"/>
        </a:p>
      </dgm:t>
    </dgm:pt>
    <dgm:pt modelId="{DC973E3B-F63A-4B58-BB48-09EA996DC5C0}" type="pres">
      <dgm:prSet presAssocID="{52931F12-9AD7-44FE-BA57-D7AEBDFD68E8}" presName="hierChild5" presStyleCnt="0"/>
      <dgm:spPr/>
      <dgm:t>
        <a:bodyPr/>
        <a:lstStyle/>
        <a:p>
          <a:endParaRPr lang="en-US"/>
        </a:p>
      </dgm:t>
    </dgm:pt>
    <dgm:pt modelId="{6B8B96B6-4F11-4209-AD52-5CD17753153C}" type="pres">
      <dgm:prSet presAssocID="{ADF73220-6B34-4DBD-863A-504651230D8F}" presName="Name37" presStyleLbl="parChTrans1D3" presStyleIdx="6" presStyleCnt="7"/>
      <dgm:spPr/>
      <dgm:t>
        <a:bodyPr/>
        <a:lstStyle/>
        <a:p>
          <a:endParaRPr lang="en-US"/>
        </a:p>
      </dgm:t>
    </dgm:pt>
    <dgm:pt modelId="{4FBB5A6F-6B86-4BC7-9C49-65989BD5D479}" type="pres">
      <dgm:prSet presAssocID="{A2C5EBA0-9D46-4220-8994-2AB66769A6B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6778E7E-A6B8-40B0-BD95-748B68B9C3B0}" type="pres">
      <dgm:prSet presAssocID="{A2C5EBA0-9D46-4220-8994-2AB66769A6BC}" presName="rootComposite" presStyleCnt="0"/>
      <dgm:spPr/>
      <dgm:t>
        <a:bodyPr/>
        <a:lstStyle/>
        <a:p>
          <a:endParaRPr lang="en-US"/>
        </a:p>
      </dgm:t>
    </dgm:pt>
    <dgm:pt modelId="{9E1A59A6-FA52-4FB1-AD5D-73658DE3D011}" type="pres">
      <dgm:prSet presAssocID="{A2C5EBA0-9D46-4220-8994-2AB66769A6BC}" presName="rootText" presStyleLbl="node3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D7FD50-0E86-49C1-958D-C66A98F727F1}" type="pres">
      <dgm:prSet presAssocID="{A2C5EBA0-9D46-4220-8994-2AB66769A6BC}" presName="rootConnector" presStyleLbl="node3" presStyleIdx="6" presStyleCnt="7"/>
      <dgm:spPr/>
      <dgm:t>
        <a:bodyPr/>
        <a:lstStyle/>
        <a:p>
          <a:endParaRPr lang="en-US"/>
        </a:p>
      </dgm:t>
    </dgm:pt>
    <dgm:pt modelId="{B7CC46CA-2580-45B1-8D0B-7730FFF4D4C4}" type="pres">
      <dgm:prSet presAssocID="{A2C5EBA0-9D46-4220-8994-2AB66769A6BC}" presName="hierChild4" presStyleCnt="0"/>
      <dgm:spPr/>
      <dgm:t>
        <a:bodyPr/>
        <a:lstStyle/>
        <a:p>
          <a:endParaRPr lang="en-US"/>
        </a:p>
      </dgm:t>
    </dgm:pt>
    <dgm:pt modelId="{FC6F5A94-97BF-42B6-AFD6-BF1C951639C8}" type="pres">
      <dgm:prSet presAssocID="{A2C5EBA0-9D46-4220-8994-2AB66769A6BC}" presName="hierChild5" presStyleCnt="0"/>
      <dgm:spPr/>
      <dgm:t>
        <a:bodyPr/>
        <a:lstStyle/>
        <a:p>
          <a:endParaRPr lang="en-US"/>
        </a:p>
      </dgm:t>
    </dgm:pt>
    <dgm:pt modelId="{DCC651D4-D0EB-48B0-BE02-8CA7E2C2A1E7}" type="pres">
      <dgm:prSet presAssocID="{74F9D819-061F-45AD-A2B3-718A7E69796B}" presName="hierChild5" presStyleCnt="0"/>
      <dgm:spPr/>
      <dgm:t>
        <a:bodyPr/>
        <a:lstStyle/>
        <a:p>
          <a:endParaRPr lang="en-US"/>
        </a:p>
      </dgm:t>
    </dgm:pt>
    <dgm:pt modelId="{2AC0634E-9D4E-4E88-AF87-DCB40FD2D1EA}" type="pres">
      <dgm:prSet presAssocID="{2850F71B-12F2-44EC-AFC8-B521945A8D3C}" presName="hierChild3" presStyleCnt="0"/>
      <dgm:spPr/>
      <dgm:t>
        <a:bodyPr/>
        <a:lstStyle/>
        <a:p>
          <a:endParaRPr lang="en-US"/>
        </a:p>
      </dgm:t>
    </dgm:pt>
  </dgm:ptLst>
  <dgm:cxnLst>
    <dgm:cxn modelId="{AFD46DB2-A976-4C6D-B780-27E697A90FEA}" type="presOf" srcId="{52931F12-9AD7-44FE-BA57-D7AEBDFD68E8}" destId="{EE5A11D1-7DEA-4ED0-8590-330ED4AE94BB}" srcOrd="0" destOrd="0" presId="urn:microsoft.com/office/officeart/2005/8/layout/orgChart1"/>
    <dgm:cxn modelId="{707B2CA5-EAEC-48DB-B8D8-5FD6DBAE29FC}" srcId="{74F9D819-061F-45AD-A2B3-718A7E69796B}" destId="{A2C5EBA0-9D46-4220-8994-2AB66769A6BC}" srcOrd="6" destOrd="0" parTransId="{ADF73220-6B34-4DBD-863A-504651230D8F}" sibTransId="{B4C409F7-B4D1-469D-ACB3-611200AD495A}"/>
    <dgm:cxn modelId="{AC0DCF21-B7CF-452A-95DD-05A3E1C84160}" type="presOf" srcId="{55933E03-3EFA-41FF-BDBD-D9304BA7748F}" destId="{80821D53-ACDB-40F1-B573-E90BCDAEC203}" srcOrd="0" destOrd="0" presId="urn:microsoft.com/office/officeart/2005/8/layout/orgChart1"/>
    <dgm:cxn modelId="{6349A422-758F-419E-80D7-2B0E481B6112}" type="presOf" srcId="{A6060026-9E50-46EA-A619-67A8E50DA6D8}" destId="{16673E39-5144-41A4-A70B-64DD5AE5956C}" srcOrd="0" destOrd="0" presId="urn:microsoft.com/office/officeart/2005/8/layout/orgChart1"/>
    <dgm:cxn modelId="{B71E4139-A3E7-421E-98E5-228767825B7A}" type="presOf" srcId="{2EE73387-36B6-425D-B44C-CA56A02948B6}" destId="{BAAA3AF6-091D-4EE6-BCC5-3FF558F16E46}" srcOrd="0" destOrd="0" presId="urn:microsoft.com/office/officeart/2005/8/layout/orgChart1"/>
    <dgm:cxn modelId="{76797839-8C52-4CD5-9A13-118D40DB2F42}" type="presOf" srcId="{EC669987-44CD-46FA-9B03-AD1C81D4F255}" destId="{4F60F952-F740-4BAA-B0B8-4FF962535FD6}" srcOrd="0" destOrd="0" presId="urn:microsoft.com/office/officeart/2005/8/layout/orgChart1"/>
    <dgm:cxn modelId="{52C5DF9B-4957-41CC-9605-BE812544DC1E}" srcId="{C36953D2-D45D-4FD6-AAEA-F8BD538FA630}" destId="{2850F71B-12F2-44EC-AFC8-B521945A8D3C}" srcOrd="0" destOrd="0" parTransId="{3EF3E546-6E11-4BBD-B72B-C456D6080350}" sibTransId="{4D4A558C-DD32-41C7-98DC-3EFC77B403C2}"/>
    <dgm:cxn modelId="{37BC0A6F-1B64-4B28-ABF6-01C44044320F}" type="presOf" srcId="{37F91779-173C-4AB9-90E3-48D053E7AE90}" destId="{1213EB5C-BC56-434C-B04B-1D5516357606}" srcOrd="1" destOrd="0" presId="urn:microsoft.com/office/officeart/2005/8/layout/orgChart1"/>
    <dgm:cxn modelId="{C12D6037-551E-4F13-8FD4-379809242416}" srcId="{74F9D819-061F-45AD-A2B3-718A7E69796B}" destId="{37F91779-173C-4AB9-90E3-48D053E7AE90}" srcOrd="0" destOrd="0" parTransId="{55933E03-3EFA-41FF-BDBD-D9304BA7748F}" sibTransId="{3DC2767A-C883-4D3E-9D2B-2B8855DA0745}"/>
    <dgm:cxn modelId="{52FA023E-DC54-4261-A142-D0F30D513780}" srcId="{74F9D819-061F-45AD-A2B3-718A7E69796B}" destId="{52931F12-9AD7-44FE-BA57-D7AEBDFD68E8}" srcOrd="5" destOrd="0" parTransId="{E3CB8C60-A65B-4CA6-98B6-D4CA30A9300B}" sibTransId="{DB58EBA2-68D2-41D0-8A4D-0583794A280A}"/>
    <dgm:cxn modelId="{1FE1B5ED-463B-448B-BD16-FBD9D867860A}" srcId="{74F9D819-061F-45AD-A2B3-718A7E69796B}" destId="{33B30F7A-E8F8-4FF4-96BE-7B328C6053B8}" srcOrd="1" destOrd="0" parTransId="{A6060026-9E50-46EA-A619-67A8E50DA6D8}" sibTransId="{2DCA43C0-E9DB-4F2B-B713-F652DCA47765}"/>
    <dgm:cxn modelId="{1EC91733-D6FD-45C4-A178-A107C8FF7426}" type="presOf" srcId="{32670B1C-CA4A-491A-A64B-677991BF1B5F}" destId="{D6F7D009-D867-4DA8-BA63-259F09FE098E}" srcOrd="1" destOrd="0" presId="urn:microsoft.com/office/officeart/2005/8/layout/orgChart1"/>
    <dgm:cxn modelId="{5774EC8B-6F29-4944-A034-8AFCB72F9D43}" type="presOf" srcId="{52931F12-9AD7-44FE-BA57-D7AEBDFD68E8}" destId="{DF6E4190-0CFA-4CE1-9465-0D3BCB4797A6}" srcOrd="1" destOrd="0" presId="urn:microsoft.com/office/officeart/2005/8/layout/orgChart1"/>
    <dgm:cxn modelId="{D5DB8856-20AC-4352-849F-6FA7CD2D9F2B}" type="presOf" srcId="{C36953D2-D45D-4FD6-AAEA-F8BD538FA630}" destId="{42A38545-2CF5-4E0E-9D44-BF7B42243495}" srcOrd="0" destOrd="0" presId="urn:microsoft.com/office/officeart/2005/8/layout/orgChart1"/>
    <dgm:cxn modelId="{71BCACE8-2E6E-4C4E-83F5-46B590A34D86}" srcId="{2850F71B-12F2-44EC-AFC8-B521945A8D3C}" destId="{74F9D819-061F-45AD-A2B3-718A7E69796B}" srcOrd="0" destOrd="0" parTransId="{2EE73387-36B6-425D-B44C-CA56A02948B6}" sibTransId="{4ADA634E-06A0-4222-9708-FF55ACF67BD5}"/>
    <dgm:cxn modelId="{8FBC5BF2-C45B-45BC-8C7D-0F4C3392CFEC}" type="presOf" srcId="{ADF73220-6B34-4DBD-863A-504651230D8F}" destId="{6B8B96B6-4F11-4209-AD52-5CD17753153C}" srcOrd="0" destOrd="0" presId="urn:microsoft.com/office/officeart/2005/8/layout/orgChart1"/>
    <dgm:cxn modelId="{43B19AE5-633B-4324-B7A8-35177E6B5090}" type="presOf" srcId="{E3CB8C60-A65B-4CA6-98B6-D4CA30A9300B}" destId="{161A2971-C0DB-4793-94FC-5A0E084B3154}" srcOrd="0" destOrd="0" presId="urn:microsoft.com/office/officeart/2005/8/layout/orgChart1"/>
    <dgm:cxn modelId="{2022DE90-6BAA-4BB7-A0B9-98F1062B675C}" type="presOf" srcId="{A2C5EBA0-9D46-4220-8994-2AB66769A6BC}" destId="{9E1A59A6-FA52-4FB1-AD5D-73658DE3D011}" srcOrd="0" destOrd="0" presId="urn:microsoft.com/office/officeart/2005/8/layout/orgChart1"/>
    <dgm:cxn modelId="{3103363C-9DCB-42EF-B47A-79A328E71DFF}" type="presOf" srcId="{04F679CC-D65D-4889-B30D-BF723F72D637}" destId="{7FF19907-B390-4581-8CD9-708F0FE03FA5}" srcOrd="1" destOrd="0" presId="urn:microsoft.com/office/officeart/2005/8/layout/orgChart1"/>
    <dgm:cxn modelId="{6E57C19A-FC33-4047-857B-7B6FEC40F4DC}" type="presOf" srcId="{A2C5EBA0-9D46-4220-8994-2AB66769A6BC}" destId="{48D7FD50-0E86-49C1-958D-C66A98F727F1}" srcOrd="1" destOrd="0" presId="urn:microsoft.com/office/officeart/2005/8/layout/orgChart1"/>
    <dgm:cxn modelId="{55BA9C47-E020-483B-8BBA-1EBA810F19CF}" srcId="{74F9D819-061F-45AD-A2B3-718A7E69796B}" destId="{F17052AF-B9DA-4F04-A4AB-971256D1EE37}" srcOrd="2" destOrd="0" parTransId="{3584D6B3-C34C-41AB-B5B2-C4B73BFB2BE7}" sibTransId="{9BD1276E-48C1-4CB4-A0F1-BBDDAEE5574A}"/>
    <dgm:cxn modelId="{A9C9386A-2D94-4D14-BADA-DC4DD92444A0}" srcId="{74F9D819-061F-45AD-A2B3-718A7E69796B}" destId="{32670B1C-CA4A-491A-A64B-677991BF1B5F}" srcOrd="3" destOrd="0" parTransId="{EC669987-44CD-46FA-9B03-AD1C81D4F255}" sibTransId="{C34898C7-159D-42BC-BE93-ED0DEC0C218C}"/>
    <dgm:cxn modelId="{5EC693C7-E4B1-419B-9693-EEB010CDFB48}" type="presOf" srcId="{37F91779-173C-4AB9-90E3-48D053E7AE90}" destId="{196F358F-D56A-4105-82FE-9F90C378D910}" srcOrd="0" destOrd="0" presId="urn:microsoft.com/office/officeart/2005/8/layout/orgChart1"/>
    <dgm:cxn modelId="{CC757FB9-3973-4140-B46A-803A81A37ED0}" type="presOf" srcId="{2850F71B-12F2-44EC-AFC8-B521945A8D3C}" destId="{F0B786C8-1F9D-4967-AFD3-CB78AB747E6E}" srcOrd="0" destOrd="0" presId="urn:microsoft.com/office/officeart/2005/8/layout/orgChart1"/>
    <dgm:cxn modelId="{C50B4298-7502-4F06-8AAF-9FC2A4B19AF4}" type="presOf" srcId="{2850F71B-12F2-44EC-AFC8-B521945A8D3C}" destId="{8DACA454-22F5-4576-85E7-AA560213DA26}" srcOrd="1" destOrd="0" presId="urn:microsoft.com/office/officeart/2005/8/layout/orgChart1"/>
    <dgm:cxn modelId="{C63B0C59-C622-4413-B18D-157B19F0C1CF}" type="presOf" srcId="{59BA84BC-B334-4196-A38E-959DBD24ECD6}" destId="{BC201EF8-F578-4E9F-988D-2F2F3F180280}" srcOrd="0" destOrd="0" presId="urn:microsoft.com/office/officeart/2005/8/layout/orgChart1"/>
    <dgm:cxn modelId="{9042A453-CFC5-48F8-8921-1C45A9DACB00}" srcId="{74F9D819-061F-45AD-A2B3-718A7E69796B}" destId="{04F679CC-D65D-4889-B30D-BF723F72D637}" srcOrd="4" destOrd="0" parTransId="{59BA84BC-B334-4196-A38E-959DBD24ECD6}" sibTransId="{A683B25A-F8D8-4CCF-8EC2-93F5EEBD2F86}"/>
    <dgm:cxn modelId="{AE7EB842-725B-4446-BE1B-40B3B51C523F}" type="presOf" srcId="{33B30F7A-E8F8-4FF4-96BE-7B328C6053B8}" destId="{CFF8A5D1-AE8D-4C1E-80D6-B3EACB169552}" srcOrd="0" destOrd="0" presId="urn:microsoft.com/office/officeart/2005/8/layout/orgChart1"/>
    <dgm:cxn modelId="{542352D5-D560-40BF-AF8E-270E0B9F3485}" type="presOf" srcId="{F17052AF-B9DA-4F04-A4AB-971256D1EE37}" destId="{F7718076-D80D-4B5D-8EB5-D26C893FC01C}" srcOrd="0" destOrd="0" presId="urn:microsoft.com/office/officeart/2005/8/layout/orgChart1"/>
    <dgm:cxn modelId="{6188C645-8FF4-4E49-A430-E2394419F688}" type="presOf" srcId="{74F9D819-061F-45AD-A2B3-718A7E69796B}" destId="{6F4416A2-1736-4DF1-92BD-542A34A182D8}" srcOrd="1" destOrd="0" presId="urn:microsoft.com/office/officeart/2005/8/layout/orgChart1"/>
    <dgm:cxn modelId="{BE3C5728-9F51-494E-9C4C-7A842FCC54A0}" type="presOf" srcId="{3584D6B3-C34C-41AB-B5B2-C4B73BFB2BE7}" destId="{976D41C6-4B42-485E-82E0-C2BA1ADEBACE}" srcOrd="0" destOrd="0" presId="urn:microsoft.com/office/officeart/2005/8/layout/orgChart1"/>
    <dgm:cxn modelId="{560A06FD-1C5A-40AB-81BD-3B0C23B18043}" type="presOf" srcId="{74F9D819-061F-45AD-A2B3-718A7E69796B}" destId="{32CF2D40-DB2B-4B72-96F8-47A031C39D8F}" srcOrd="0" destOrd="0" presId="urn:microsoft.com/office/officeart/2005/8/layout/orgChart1"/>
    <dgm:cxn modelId="{FBF7FCC6-51BB-4F3F-BB2A-D8720D61D5CF}" type="presOf" srcId="{33B30F7A-E8F8-4FF4-96BE-7B328C6053B8}" destId="{61B37E1B-889F-42BA-8A65-BD6D9811FF18}" srcOrd="1" destOrd="0" presId="urn:microsoft.com/office/officeart/2005/8/layout/orgChart1"/>
    <dgm:cxn modelId="{431C9E5F-F81C-4FFF-9D23-B4E7941FB55E}" type="presOf" srcId="{F17052AF-B9DA-4F04-A4AB-971256D1EE37}" destId="{47013BD3-25FF-4B96-8EDC-62CF116AC35A}" srcOrd="1" destOrd="0" presId="urn:microsoft.com/office/officeart/2005/8/layout/orgChart1"/>
    <dgm:cxn modelId="{68AB3B49-91AC-43EC-A126-223CBB5BB377}" type="presOf" srcId="{32670B1C-CA4A-491A-A64B-677991BF1B5F}" destId="{FB69AD88-8A01-4E10-ACD1-748450E8EAB3}" srcOrd="0" destOrd="0" presId="urn:microsoft.com/office/officeart/2005/8/layout/orgChart1"/>
    <dgm:cxn modelId="{B80EFF07-AA44-47A9-8D53-0283487C8C4D}" type="presOf" srcId="{04F679CC-D65D-4889-B30D-BF723F72D637}" destId="{0B995148-26FA-4A9C-B367-BFBB80FA20F9}" srcOrd="0" destOrd="0" presId="urn:microsoft.com/office/officeart/2005/8/layout/orgChart1"/>
    <dgm:cxn modelId="{63EBA885-12FB-486E-A96F-87001B149393}" type="presParOf" srcId="{42A38545-2CF5-4E0E-9D44-BF7B42243495}" destId="{E77AC694-1BC1-40A1-A3F8-58B7A87F40AA}" srcOrd="0" destOrd="0" presId="urn:microsoft.com/office/officeart/2005/8/layout/orgChart1"/>
    <dgm:cxn modelId="{F11222AB-7E63-485E-80FD-7494C20FE455}" type="presParOf" srcId="{E77AC694-1BC1-40A1-A3F8-58B7A87F40AA}" destId="{DBBC6543-CC93-4B9B-8934-D5C4F80B5FAD}" srcOrd="0" destOrd="0" presId="urn:microsoft.com/office/officeart/2005/8/layout/orgChart1"/>
    <dgm:cxn modelId="{9C632091-3301-499F-91A9-D7F88A6DCBC9}" type="presParOf" srcId="{DBBC6543-CC93-4B9B-8934-D5C4F80B5FAD}" destId="{F0B786C8-1F9D-4967-AFD3-CB78AB747E6E}" srcOrd="0" destOrd="0" presId="urn:microsoft.com/office/officeart/2005/8/layout/orgChart1"/>
    <dgm:cxn modelId="{8CD89E32-CB83-4CD3-BAEA-324C5857651D}" type="presParOf" srcId="{DBBC6543-CC93-4B9B-8934-D5C4F80B5FAD}" destId="{8DACA454-22F5-4576-85E7-AA560213DA26}" srcOrd="1" destOrd="0" presId="urn:microsoft.com/office/officeart/2005/8/layout/orgChart1"/>
    <dgm:cxn modelId="{D8717735-2FF8-4813-BBA8-2DE3B7A82943}" type="presParOf" srcId="{E77AC694-1BC1-40A1-A3F8-58B7A87F40AA}" destId="{FC5974DB-2ED6-4DA0-90CB-117D71321516}" srcOrd="1" destOrd="0" presId="urn:microsoft.com/office/officeart/2005/8/layout/orgChart1"/>
    <dgm:cxn modelId="{C091339C-02AE-4977-95F9-ADBC0B0465EC}" type="presParOf" srcId="{FC5974DB-2ED6-4DA0-90CB-117D71321516}" destId="{BAAA3AF6-091D-4EE6-BCC5-3FF558F16E46}" srcOrd="0" destOrd="0" presId="urn:microsoft.com/office/officeart/2005/8/layout/orgChart1"/>
    <dgm:cxn modelId="{F79C34CD-BEF6-4F2F-83E2-1EBB10A875A4}" type="presParOf" srcId="{FC5974DB-2ED6-4DA0-90CB-117D71321516}" destId="{CAAB3E0E-11FC-4EF8-8540-BB9A3D0E9CA7}" srcOrd="1" destOrd="0" presId="urn:microsoft.com/office/officeart/2005/8/layout/orgChart1"/>
    <dgm:cxn modelId="{33CC545C-999C-40A8-A67A-5E0E432D6C69}" type="presParOf" srcId="{CAAB3E0E-11FC-4EF8-8540-BB9A3D0E9CA7}" destId="{AB173538-52E7-448C-A638-5328BDEAC97A}" srcOrd="0" destOrd="0" presId="urn:microsoft.com/office/officeart/2005/8/layout/orgChart1"/>
    <dgm:cxn modelId="{73BFEBF6-5702-4A08-A8BD-CDAACD00552A}" type="presParOf" srcId="{AB173538-52E7-448C-A638-5328BDEAC97A}" destId="{32CF2D40-DB2B-4B72-96F8-47A031C39D8F}" srcOrd="0" destOrd="0" presId="urn:microsoft.com/office/officeart/2005/8/layout/orgChart1"/>
    <dgm:cxn modelId="{6C4D91EC-324A-43B9-B20E-673883C85184}" type="presParOf" srcId="{AB173538-52E7-448C-A638-5328BDEAC97A}" destId="{6F4416A2-1736-4DF1-92BD-542A34A182D8}" srcOrd="1" destOrd="0" presId="urn:microsoft.com/office/officeart/2005/8/layout/orgChart1"/>
    <dgm:cxn modelId="{2A6AE76E-37B6-4877-ABE4-E29ECFFF0AD4}" type="presParOf" srcId="{CAAB3E0E-11FC-4EF8-8540-BB9A3D0E9CA7}" destId="{F0FC5FF2-94DC-4C36-B11B-9DA9C25970A4}" srcOrd="1" destOrd="0" presId="urn:microsoft.com/office/officeart/2005/8/layout/orgChart1"/>
    <dgm:cxn modelId="{021888A5-E2A6-4D46-8A30-840ABB26ED07}" type="presParOf" srcId="{F0FC5FF2-94DC-4C36-B11B-9DA9C25970A4}" destId="{80821D53-ACDB-40F1-B573-E90BCDAEC203}" srcOrd="0" destOrd="0" presId="urn:microsoft.com/office/officeart/2005/8/layout/orgChart1"/>
    <dgm:cxn modelId="{3044F8EC-EB0B-4AD6-AC3B-6B17CDD7941E}" type="presParOf" srcId="{F0FC5FF2-94DC-4C36-B11B-9DA9C25970A4}" destId="{3872EB24-9BCD-4355-9818-093DAFCC62BF}" srcOrd="1" destOrd="0" presId="urn:microsoft.com/office/officeart/2005/8/layout/orgChart1"/>
    <dgm:cxn modelId="{B96E6F9C-9409-4781-8A71-C5FDD8E2A713}" type="presParOf" srcId="{3872EB24-9BCD-4355-9818-093DAFCC62BF}" destId="{12C9FA6F-4A48-4982-809F-9F2021924166}" srcOrd="0" destOrd="0" presId="urn:microsoft.com/office/officeart/2005/8/layout/orgChart1"/>
    <dgm:cxn modelId="{7B73B720-208B-49E6-ADAD-BCE86A37A3D6}" type="presParOf" srcId="{12C9FA6F-4A48-4982-809F-9F2021924166}" destId="{196F358F-D56A-4105-82FE-9F90C378D910}" srcOrd="0" destOrd="0" presId="urn:microsoft.com/office/officeart/2005/8/layout/orgChart1"/>
    <dgm:cxn modelId="{E84C222D-5333-4901-A8F2-10A00A5F495A}" type="presParOf" srcId="{12C9FA6F-4A48-4982-809F-9F2021924166}" destId="{1213EB5C-BC56-434C-B04B-1D5516357606}" srcOrd="1" destOrd="0" presId="urn:microsoft.com/office/officeart/2005/8/layout/orgChart1"/>
    <dgm:cxn modelId="{EE27E002-5067-4A71-8404-7191C4644BAD}" type="presParOf" srcId="{3872EB24-9BCD-4355-9818-093DAFCC62BF}" destId="{DB9F8BF7-99AB-4BE6-BD70-6F52E18223E0}" srcOrd="1" destOrd="0" presId="urn:microsoft.com/office/officeart/2005/8/layout/orgChart1"/>
    <dgm:cxn modelId="{C0B58613-8DD3-49A1-A034-FBB949CFD50B}" type="presParOf" srcId="{3872EB24-9BCD-4355-9818-093DAFCC62BF}" destId="{02582303-EF35-4F30-9709-091515EE0ABA}" srcOrd="2" destOrd="0" presId="urn:microsoft.com/office/officeart/2005/8/layout/orgChart1"/>
    <dgm:cxn modelId="{4C670A9A-42CE-469A-B296-B94C8DA27844}" type="presParOf" srcId="{F0FC5FF2-94DC-4C36-B11B-9DA9C25970A4}" destId="{16673E39-5144-41A4-A70B-64DD5AE5956C}" srcOrd="2" destOrd="0" presId="urn:microsoft.com/office/officeart/2005/8/layout/orgChart1"/>
    <dgm:cxn modelId="{FCAD6FFB-78B7-413F-A4DA-D98111570701}" type="presParOf" srcId="{F0FC5FF2-94DC-4C36-B11B-9DA9C25970A4}" destId="{C387174F-7E55-4856-A4D2-96F3B9CB3A9A}" srcOrd="3" destOrd="0" presId="urn:microsoft.com/office/officeart/2005/8/layout/orgChart1"/>
    <dgm:cxn modelId="{D5582E6A-1EBF-4985-9E90-5CFC15B18D18}" type="presParOf" srcId="{C387174F-7E55-4856-A4D2-96F3B9CB3A9A}" destId="{4D219B1E-678E-4DFB-8FC2-E7683A85D467}" srcOrd="0" destOrd="0" presId="urn:microsoft.com/office/officeart/2005/8/layout/orgChart1"/>
    <dgm:cxn modelId="{BD0414CF-88DC-4449-93CA-1C28C837360C}" type="presParOf" srcId="{4D219B1E-678E-4DFB-8FC2-E7683A85D467}" destId="{CFF8A5D1-AE8D-4C1E-80D6-B3EACB169552}" srcOrd="0" destOrd="0" presId="urn:microsoft.com/office/officeart/2005/8/layout/orgChart1"/>
    <dgm:cxn modelId="{20202DD6-F2B7-4BBD-A387-D43BEF301CE5}" type="presParOf" srcId="{4D219B1E-678E-4DFB-8FC2-E7683A85D467}" destId="{61B37E1B-889F-42BA-8A65-BD6D9811FF18}" srcOrd="1" destOrd="0" presId="urn:microsoft.com/office/officeart/2005/8/layout/orgChart1"/>
    <dgm:cxn modelId="{01331788-D88B-4289-B37F-E1D6A8EA5703}" type="presParOf" srcId="{C387174F-7E55-4856-A4D2-96F3B9CB3A9A}" destId="{1F98512A-A567-443A-9284-6A2D323ED4EC}" srcOrd="1" destOrd="0" presId="urn:microsoft.com/office/officeart/2005/8/layout/orgChart1"/>
    <dgm:cxn modelId="{DE7E058D-D596-4351-B7D6-BDB3E0D08725}" type="presParOf" srcId="{C387174F-7E55-4856-A4D2-96F3B9CB3A9A}" destId="{334475BB-8BF2-49A1-9FAC-C064A10F0619}" srcOrd="2" destOrd="0" presId="urn:microsoft.com/office/officeart/2005/8/layout/orgChart1"/>
    <dgm:cxn modelId="{C7D2EB52-764F-4FE1-8E48-473E13BF13AC}" type="presParOf" srcId="{F0FC5FF2-94DC-4C36-B11B-9DA9C25970A4}" destId="{976D41C6-4B42-485E-82E0-C2BA1ADEBACE}" srcOrd="4" destOrd="0" presId="urn:microsoft.com/office/officeart/2005/8/layout/orgChart1"/>
    <dgm:cxn modelId="{591044D2-2DA2-464D-B9F1-BD2447293256}" type="presParOf" srcId="{F0FC5FF2-94DC-4C36-B11B-9DA9C25970A4}" destId="{E983F9ED-D1C9-4437-BBE7-BF72329A437F}" srcOrd="5" destOrd="0" presId="urn:microsoft.com/office/officeart/2005/8/layout/orgChart1"/>
    <dgm:cxn modelId="{F73D6BBF-7111-4CCE-AD07-06EBF238F1EB}" type="presParOf" srcId="{E983F9ED-D1C9-4437-BBE7-BF72329A437F}" destId="{A24498BF-CE93-4E26-B4F5-9BF9976C9EBB}" srcOrd="0" destOrd="0" presId="urn:microsoft.com/office/officeart/2005/8/layout/orgChart1"/>
    <dgm:cxn modelId="{516734C5-79C6-4100-AF70-D9199F0C5C22}" type="presParOf" srcId="{A24498BF-CE93-4E26-B4F5-9BF9976C9EBB}" destId="{F7718076-D80D-4B5D-8EB5-D26C893FC01C}" srcOrd="0" destOrd="0" presId="urn:microsoft.com/office/officeart/2005/8/layout/orgChart1"/>
    <dgm:cxn modelId="{48E3BA67-1262-48D2-9567-D083D3120D81}" type="presParOf" srcId="{A24498BF-CE93-4E26-B4F5-9BF9976C9EBB}" destId="{47013BD3-25FF-4B96-8EDC-62CF116AC35A}" srcOrd="1" destOrd="0" presId="urn:microsoft.com/office/officeart/2005/8/layout/orgChart1"/>
    <dgm:cxn modelId="{DD03A997-EDAD-46A5-AA20-98D6993617A2}" type="presParOf" srcId="{E983F9ED-D1C9-4437-BBE7-BF72329A437F}" destId="{16851013-75E3-42C4-8D54-5C58CB9994E7}" srcOrd="1" destOrd="0" presId="urn:microsoft.com/office/officeart/2005/8/layout/orgChart1"/>
    <dgm:cxn modelId="{BB0B91E3-4FBC-4377-BA6E-62F317F8A73B}" type="presParOf" srcId="{E983F9ED-D1C9-4437-BBE7-BF72329A437F}" destId="{33C85702-1A76-4EEC-881D-3CC8DFBF826A}" srcOrd="2" destOrd="0" presId="urn:microsoft.com/office/officeart/2005/8/layout/orgChart1"/>
    <dgm:cxn modelId="{E2AA65D1-4127-4AFF-A5D6-C4EA2CCCA349}" type="presParOf" srcId="{F0FC5FF2-94DC-4C36-B11B-9DA9C25970A4}" destId="{4F60F952-F740-4BAA-B0B8-4FF962535FD6}" srcOrd="6" destOrd="0" presId="urn:microsoft.com/office/officeart/2005/8/layout/orgChart1"/>
    <dgm:cxn modelId="{84AE98BC-781E-476D-A8F6-D550709EB251}" type="presParOf" srcId="{F0FC5FF2-94DC-4C36-B11B-9DA9C25970A4}" destId="{8B1A6900-1C41-4C15-B452-3243F29A34F3}" srcOrd="7" destOrd="0" presId="urn:microsoft.com/office/officeart/2005/8/layout/orgChart1"/>
    <dgm:cxn modelId="{84CD3F5A-B4D2-4A08-B476-09725D21C033}" type="presParOf" srcId="{8B1A6900-1C41-4C15-B452-3243F29A34F3}" destId="{2A0448EC-47A4-46C0-8CB7-D5A326AC0B25}" srcOrd="0" destOrd="0" presId="urn:microsoft.com/office/officeart/2005/8/layout/orgChart1"/>
    <dgm:cxn modelId="{E1E09DFF-87C1-42E2-876A-757DD5EFBA3C}" type="presParOf" srcId="{2A0448EC-47A4-46C0-8CB7-D5A326AC0B25}" destId="{FB69AD88-8A01-4E10-ACD1-748450E8EAB3}" srcOrd="0" destOrd="0" presId="urn:microsoft.com/office/officeart/2005/8/layout/orgChart1"/>
    <dgm:cxn modelId="{760BCA96-3012-432F-AB8B-64A0C714CFB8}" type="presParOf" srcId="{2A0448EC-47A4-46C0-8CB7-D5A326AC0B25}" destId="{D6F7D009-D867-4DA8-BA63-259F09FE098E}" srcOrd="1" destOrd="0" presId="urn:microsoft.com/office/officeart/2005/8/layout/orgChart1"/>
    <dgm:cxn modelId="{03CBC049-B457-4E98-97F3-46198ADD3CD1}" type="presParOf" srcId="{8B1A6900-1C41-4C15-B452-3243F29A34F3}" destId="{9EF1CA42-9702-4858-8434-14EF3D1D74C6}" srcOrd="1" destOrd="0" presId="urn:microsoft.com/office/officeart/2005/8/layout/orgChart1"/>
    <dgm:cxn modelId="{A6529799-B588-4189-A730-65DAF6F135DB}" type="presParOf" srcId="{8B1A6900-1C41-4C15-B452-3243F29A34F3}" destId="{260D239F-0B8D-4EAC-AD0E-AB999BA5484D}" srcOrd="2" destOrd="0" presId="urn:microsoft.com/office/officeart/2005/8/layout/orgChart1"/>
    <dgm:cxn modelId="{D9D64203-FAA4-483C-8738-790C113C3AB0}" type="presParOf" srcId="{F0FC5FF2-94DC-4C36-B11B-9DA9C25970A4}" destId="{BC201EF8-F578-4E9F-988D-2F2F3F180280}" srcOrd="8" destOrd="0" presId="urn:microsoft.com/office/officeart/2005/8/layout/orgChart1"/>
    <dgm:cxn modelId="{8040EBF9-A84C-4019-8290-D05864FF1443}" type="presParOf" srcId="{F0FC5FF2-94DC-4C36-B11B-9DA9C25970A4}" destId="{03926C2A-E2DF-4766-9DB1-4044F5467175}" srcOrd="9" destOrd="0" presId="urn:microsoft.com/office/officeart/2005/8/layout/orgChart1"/>
    <dgm:cxn modelId="{37AE2E36-9916-48D4-88A8-5BE88CC20F23}" type="presParOf" srcId="{03926C2A-E2DF-4766-9DB1-4044F5467175}" destId="{F909BCEA-94B2-4E43-924B-E13579C50290}" srcOrd="0" destOrd="0" presId="urn:microsoft.com/office/officeart/2005/8/layout/orgChart1"/>
    <dgm:cxn modelId="{3A26256F-D870-45D5-85E5-2A317C24CA40}" type="presParOf" srcId="{F909BCEA-94B2-4E43-924B-E13579C50290}" destId="{0B995148-26FA-4A9C-B367-BFBB80FA20F9}" srcOrd="0" destOrd="0" presId="urn:microsoft.com/office/officeart/2005/8/layout/orgChart1"/>
    <dgm:cxn modelId="{6C2BA7BC-6B02-4FE6-97C0-FFF5B2931CD7}" type="presParOf" srcId="{F909BCEA-94B2-4E43-924B-E13579C50290}" destId="{7FF19907-B390-4581-8CD9-708F0FE03FA5}" srcOrd="1" destOrd="0" presId="urn:microsoft.com/office/officeart/2005/8/layout/orgChart1"/>
    <dgm:cxn modelId="{C3CC3967-A913-4844-B28E-96A2A6463ED8}" type="presParOf" srcId="{03926C2A-E2DF-4766-9DB1-4044F5467175}" destId="{2E71C987-8C2B-402A-BCF2-DC3B245B0BD5}" srcOrd="1" destOrd="0" presId="urn:microsoft.com/office/officeart/2005/8/layout/orgChart1"/>
    <dgm:cxn modelId="{2A331577-BC0F-42FA-85D7-EA8915A94BAD}" type="presParOf" srcId="{03926C2A-E2DF-4766-9DB1-4044F5467175}" destId="{E403B96B-A413-467D-9081-6937AAED59FF}" srcOrd="2" destOrd="0" presId="urn:microsoft.com/office/officeart/2005/8/layout/orgChart1"/>
    <dgm:cxn modelId="{2C1D1942-C4F8-4250-B6AA-D772F9AD3C98}" type="presParOf" srcId="{F0FC5FF2-94DC-4C36-B11B-9DA9C25970A4}" destId="{161A2971-C0DB-4793-94FC-5A0E084B3154}" srcOrd="10" destOrd="0" presId="urn:microsoft.com/office/officeart/2005/8/layout/orgChart1"/>
    <dgm:cxn modelId="{CF5966B3-6A4F-4CB8-84C8-DCE89FDC954B}" type="presParOf" srcId="{F0FC5FF2-94DC-4C36-B11B-9DA9C25970A4}" destId="{C871EAC4-79B4-4901-8A91-04F125503C98}" srcOrd="11" destOrd="0" presId="urn:microsoft.com/office/officeart/2005/8/layout/orgChart1"/>
    <dgm:cxn modelId="{AECD6D03-93C7-4768-B34C-B0A195AF7E75}" type="presParOf" srcId="{C871EAC4-79B4-4901-8A91-04F125503C98}" destId="{B5FFB534-0E21-4CC4-8C77-6C96CA1E68D8}" srcOrd="0" destOrd="0" presId="urn:microsoft.com/office/officeart/2005/8/layout/orgChart1"/>
    <dgm:cxn modelId="{87B3D429-8E34-45F5-8D1B-BCD415ABC58F}" type="presParOf" srcId="{B5FFB534-0E21-4CC4-8C77-6C96CA1E68D8}" destId="{EE5A11D1-7DEA-4ED0-8590-330ED4AE94BB}" srcOrd="0" destOrd="0" presId="urn:microsoft.com/office/officeart/2005/8/layout/orgChart1"/>
    <dgm:cxn modelId="{38221C52-BCA7-4357-A6C3-F883C4062272}" type="presParOf" srcId="{B5FFB534-0E21-4CC4-8C77-6C96CA1E68D8}" destId="{DF6E4190-0CFA-4CE1-9465-0D3BCB4797A6}" srcOrd="1" destOrd="0" presId="urn:microsoft.com/office/officeart/2005/8/layout/orgChart1"/>
    <dgm:cxn modelId="{4794B896-0205-47D5-9DA8-EF33260A4372}" type="presParOf" srcId="{C871EAC4-79B4-4901-8A91-04F125503C98}" destId="{3454AA02-EDF0-443C-A0D0-957F4BE7D117}" srcOrd="1" destOrd="0" presId="urn:microsoft.com/office/officeart/2005/8/layout/orgChart1"/>
    <dgm:cxn modelId="{65A67B52-27D4-440B-8066-93EEEBAB59DC}" type="presParOf" srcId="{C871EAC4-79B4-4901-8A91-04F125503C98}" destId="{DC973E3B-F63A-4B58-BB48-09EA996DC5C0}" srcOrd="2" destOrd="0" presId="urn:microsoft.com/office/officeart/2005/8/layout/orgChart1"/>
    <dgm:cxn modelId="{48D73B40-651A-4647-9E96-C10AF89349BB}" type="presParOf" srcId="{F0FC5FF2-94DC-4C36-B11B-9DA9C25970A4}" destId="{6B8B96B6-4F11-4209-AD52-5CD17753153C}" srcOrd="12" destOrd="0" presId="urn:microsoft.com/office/officeart/2005/8/layout/orgChart1"/>
    <dgm:cxn modelId="{7AE52E38-04AA-488A-A808-885BC8F1A47E}" type="presParOf" srcId="{F0FC5FF2-94DC-4C36-B11B-9DA9C25970A4}" destId="{4FBB5A6F-6B86-4BC7-9C49-65989BD5D479}" srcOrd="13" destOrd="0" presId="urn:microsoft.com/office/officeart/2005/8/layout/orgChart1"/>
    <dgm:cxn modelId="{BC3DD997-1DBA-43C6-ADA4-574622718394}" type="presParOf" srcId="{4FBB5A6F-6B86-4BC7-9C49-65989BD5D479}" destId="{D6778E7E-A6B8-40B0-BD95-748B68B9C3B0}" srcOrd="0" destOrd="0" presId="urn:microsoft.com/office/officeart/2005/8/layout/orgChart1"/>
    <dgm:cxn modelId="{D20CCCE6-A89A-49D9-A905-4295160EBDF5}" type="presParOf" srcId="{D6778E7E-A6B8-40B0-BD95-748B68B9C3B0}" destId="{9E1A59A6-FA52-4FB1-AD5D-73658DE3D011}" srcOrd="0" destOrd="0" presId="urn:microsoft.com/office/officeart/2005/8/layout/orgChart1"/>
    <dgm:cxn modelId="{72C1B1A3-A17F-47C6-ACE5-FC16E99410F1}" type="presParOf" srcId="{D6778E7E-A6B8-40B0-BD95-748B68B9C3B0}" destId="{48D7FD50-0E86-49C1-958D-C66A98F727F1}" srcOrd="1" destOrd="0" presId="urn:microsoft.com/office/officeart/2005/8/layout/orgChart1"/>
    <dgm:cxn modelId="{D5D823C4-484F-4BFC-86F0-CE196E29D4D2}" type="presParOf" srcId="{4FBB5A6F-6B86-4BC7-9C49-65989BD5D479}" destId="{B7CC46CA-2580-45B1-8D0B-7730FFF4D4C4}" srcOrd="1" destOrd="0" presId="urn:microsoft.com/office/officeart/2005/8/layout/orgChart1"/>
    <dgm:cxn modelId="{3E29AD63-B0C9-4DD2-B745-EC0FAE5A3949}" type="presParOf" srcId="{4FBB5A6F-6B86-4BC7-9C49-65989BD5D479}" destId="{FC6F5A94-97BF-42B6-AFD6-BF1C951639C8}" srcOrd="2" destOrd="0" presId="urn:microsoft.com/office/officeart/2005/8/layout/orgChart1"/>
    <dgm:cxn modelId="{12E9B948-57CD-47EB-B7CE-FCE0BB6C8C81}" type="presParOf" srcId="{CAAB3E0E-11FC-4EF8-8540-BB9A3D0E9CA7}" destId="{DCC651D4-D0EB-48B0-BE02-8CA7E2C2A1E7}" srcOrd="2" destOrd="0" presId="urn:microsoft.com/office/officeart/2005/8/layout/orgChart1"/>
    <dgm:cxn modelId="{CCB2C93F-3415-4442-BD15-CF9A7CEFB3DC}" type="presParOf" srcId="{E77AC694-1BC1-40A1-A3F8-58B7A87F40AA}" destId="{2AC0634E-9D4E-4E88-AF87-DCB40FD2D1E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B8B96B6-4F11-4209-AD52-5CD17753153C}">
      <dsp:nvSpPr>
        <dsp:cNvPr id="0" name=""/>
        <dsp:cNvSpPr/>
      </dsp:nvSpPr>
      <dsp:spPr>
        <a:xfrm>
          <a:off x="3832021" y="1054392"/>
          <a:ext cx="130342" cy="4101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01448"/>
              </a:lnTo>
              <a:lnTo>
                <a:pt x="130342" y="410144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A2971-C0DB-4793-94FC-5A0E084B3154}">
      <dsp:nvSpPr>
        <dsp:cNvPr id="0" name=""/>
        <dsp:cNvSpPr/>
      </dsp:nvSpPr>
      <dsp:spPr>
        <a:xfrm>
          <a:off x="3832021" y="1054392"/>
          <a:ext cx="130342" cy="34844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84493"/>
              </a:lnTo>
              <a:lnTo>
                <a:pt x="130342" y="34844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201EF8-F578-4E9F-988D-2F2F3F180280}">
      <dsp:nvSpPr>
        <dsp:cNvPr id="0" name=""/>
        <dsp:cNvSpPr/>
      </dsp:nvSpPr>
      <dsp:spPr>
        <a:xfrm>
          <a:off x="3832021" y="1054392"/>
          <a:ext cx="130342" cy="2867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7538"/>
              </a:lnTo>
              <a:lnTo>
                <a:pt x="130342" y="286753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60F952-F740-4BAA-B0B8-4FF962535FD6}">
      <dsp:nvSpPr>
        <dsp:cNvPr id="0" name=""/>
        <dsp:cNvSpPr/>
      </dsp:nvSpPr>
      <dsp:spPr>
        <a:xfrm>
          <a:off x="3832021" y="1054392"/>
          <a:ext cx="130342" cy="2250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583"/>
              </a:lnTo>
              <a:lnTo>
                <a:pt x="130342" y="225058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6D41C6-4B42-485E-82E0-C2BA1ADEBACE}">
      <dsp:nvSpPr>
        <dsp:cNvPr id="0" name=""/>
        <dsp:cNvSpPr/>
      </dsp:nvSpPr>
      <dsp:spPr>
        <a:xfrm>
          <a:off x="3832021" y="1054392"/>
          <a:ext cx="130342" cy="1633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3627"/>
              </a:lnTo>
              <a:lnTo>
                <a:pt x="130342" y="16336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673E39-5144-41A4-A70B-64DD5AE5956C}">
      <dsp:nvSpPr>
        <dsp:cNvPr id="0" name=""/>
        <dsp:cNvSpPr/>
      </dsp:nvSpPr>
      <dsp:spPr>
        <a:xfrm>
          <a:off x="3832021" y="1054392"/>
          <a:ext cx="130342" cy="10166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6672"/>
              </a:lnTo>
              <a:lnTo>
                <a:pt x="130342" y="10166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21D53-ACDB-40F1-B573-E90BCDAEC203}">
      <dsp:nvSpPr>
        <dsp:cNvPr id="0" name=""/>
        <dsp:cNvSpPr/>
      </dsp:nvSpPr>
      <dsp:spPr>
        <a:xfrm>
          <a:off x="3832021" y="1054392"/>
          <a:ext cx="130342" cy="399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717"/>
              </a:lnTo>
              <a:lnTo>
                <a:pt x="130342" y="39971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AA3AF6-091D-4EE6-BCC5-3FF558F16E46}">
      <dsp:nvSpPr>
        <dsp:cNvPr id="0" name=""/>
        <dsp:cNvSpPr/>
      </dsp:nvSpPr>
      <dsp:spPr>
        <a:xfrm>
          <a:off x="4133882" y="437437"/>
          <a:ext cx="91440" cy="182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247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B786C8-1F9D-4967-AFD3-CB78AB747E6E}">
      <dsp:nvSpPr>
        <dsp:cNvPr id="0" name=""/>
        <dsp:cNvSpPr/>
      </dsp:nvSpPr>
      <dsp:spPr>
        <a:xfrm>
          <a:off x="3745126" y="2961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Safiya Bannister</a:t>
          </a:r>
          <a:endParaRPr lang="en-US" sz="700" kern="1200" dirty="0"/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/>
            <a:t>Director</a:t>
          </a:r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Securities Operations</a:t>
          </a:r>
          <a:endParaRPr lang="en-US" sz="700" kern="1200" dirty="0"/>
        </a:p>
      </dsp:txBody>
      <dsp:txXfrm>
        <a:off x="3745126" y="2961"/>
        <a:ext cx="868951" cy="434475"/>
      </dsp:txXfrm>
    </dsp:sp>
    <dsp:sp modelId="{32CF2D40-DB2B-4B72-96F8-47A031C39D8F}">
      <dsp:nvSpPr>
        <dsp:cNvPr id="0" name=""/>
        <dsp:cNvSpPr/>
      </dsp:nvSpPr>
      <dsp:spPr>
        <a:xfrm>
          <a:off x="3745126" y="619917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Vacant</a:t>
          </a:r>
          <a:endParaRPr lang="en-US" sz="700" kern="1200" dirty="0"/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/>
            <a:t>Manager</a:t>
          </a:r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Securities Operations</a:t>
          </a:r>
          <a:endParaRPr lang="en-US" sz="700" kern="1200" dirty="0"/>
        </a:p>
      </dsp:txBody>
      <dsp:txXfrm>
        <a:off x="3745126" y="619917"/>
        <a:ext cx="868951" cy="434475"/>
      </dsp:txXfrm>
    </dsp:sp>
    <dsp:sp modelId="{196F358F-D56A-4105-82FE-9F90C378D910}">
      <dsp:nvSpPr>
        <dsp:cNvPr id="0" name=""/>
        <dsp:cNvSpPr/>
      </dsp:nvSpPr>
      <dsp:spPr>
        <a:xfrm>
          <a:off x="3962364" y="1236872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Bertha Chang</a:t>
          </a:r>
          <a:endParaRPr lang="en-US" sz="700" kern="1200" dirty="0"/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Senior Associate</a:t>
          </a:r>
          <a:endParaRPr lang="en-US" sz="700" kern="1200" dirty="0"/>
        </a:p>
      </dsp:txBody>
      <dsp:txXfrm>
        <a:off x="3962364" y="1236872"/>
        <a:ext cx="868951" cy="434475"/>
      </dsp:txXfrm>
    </dsp:sp>
    <dsp:sp modelId="{CFF8A5D1-AE8D-4C1E-80D6-B3EACB169552}">
      <dsp:nvSpPr>
        <dsp:cNvPr id="0" name=""/>
        <dsp:cNvSpPr/>
      </dsp:nvSpPr>
      <dsp:spPr>
        <a:xfrm>
          <a:off x="3962364" y="1853827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Soo Youn Kim (Mat Leave</a:t>
          </a:r>
          <a:r>
            <a:rPr lang="en-US" sz="700" kern="1200" dirty="0" smtClean="0"/>
            <a:t>)   Senior </a:t>
          </a:r>
          <a:r>
            <a:rPr lang="en-US" sz="700" kern="1200" dirty="0" smtClean="0"/>
            <a:t>Associate Backfilled by Nitasha Dawer</a:t>
          </a:r>
          <a:endParaRPr lang="en-US" sz="700" kern="1200" dirty="0"/>
        </a:p>
      </dsp:txBody>
      <dsp:txXfrm>
        <a:off x="3962364" y="1853827"/>
        <a:ext cx="868951" cy="434475"/>
      </dsp:txXfrm>
    </dsp:sp>
    <dsp:sp modelId="{F7718076-D80D-4B5D-8EB5-D26C893FC01C}">
      <dsp:nvSpPr>
        <dsp:cNvPr id="0" name=""/>
        <dsp:cNvSpPr/>
      </dsp:nvSpPr>
      <dsp:spPr>
        <a:xfrm>
          <a:off x="3962364" y="2470782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Safia Iman    </a:t>
          </a:r>
          <a:r>
            <a:rPr lang="en-US" sz="700" kern="1200" dirty="0" smtClean="0"/>
            <a:t>           </a:t>
          </a:r>
          <a:r>
            <a:rPr lang="en-US" sz="700" kern="1200" dirty="0" smtClean="0"/>
            <a:t>Senior Associate</a:t>
          </a:r>
          <a:endParaRPr lang="en-US" sz="700" kern="1200" dirty="0"/>
        </a:p>
      </dsp:txBody>
      <dsp:txXfrm>
        <a:off x="3962364" y="2470782"/>
        <a:ext cx="868951" cy="434475"/>
      </dsp:txXfrm>
    </dsp:sp>
    <dsp:sp modelId="{FB69AD88-8A01-4E10-ACD1-748450E8EAB3}">
      <dsp:nvSpPr>
        <dsp:cNvPr id="0" name=""/>
        <dsp:cNvSpPr/>
      </dsp:nvSpPr>
      <dsp:spPr>
        <a:xfrm>
          <a:off x="3962364" y="3087737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Rita Yu</a:t>
          </a:r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Associate</a:t>
          </a:r>
          <a:endParaRPr lang="en-US" sz="700" kern="1200" dirty="0"/>
        </a:p>
      </dsp:txBody>
      <dsp:txXfrm>
        <a:off x="3962364" y="3087737"/>
        <a:ext cx="868951" cy="434475"/>
      </dsp:txXfrm>
    </dsp:sp>
    <dsp:sp modelId="{0B995148-26FA-4A9C-B367-BFBB80FA20F9}">
      <dsp:nvSpPr>
        <dsp:cNvPr id="0" name=""/>
        <dsp:cNvSpPr/>
      </dsp:nvSpPr>
      <dsp:spPr>
        <a:xfrm>
          <a:off x="3962364" y="3704693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err="1" smtClean="0"/>
            <a:t>Kwa-Yeon</a:t>
          </a:r>
          <a:r>
            <a:rPr lang="en-US" sz="700" kern="1200" dirty="0" smtClean="0"/>
            <a:t> Ryoo</a:t>
          </a:r>
          <a:endParaRPr lang="en-US" sz="700" kern="1200" dirty="0"/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Associate</a:t>
          </a:r>
          <a:endParaRPr lang="en-US" sz="700" kern="1200" dirty="0"/>
        </a:p>
      </dsp:txBody>
      <dsp:txXfrm>
        <a:off x="3962364" y="3704693"/>
        <a:ext cx="868951" cy="434475"/>
      </dsp:txXfrm>
    </dsp:sp>
    <dsp:sp modelId="{EE5A11D1-7DEA-4ED0-8590-330ED4AE94BB}">
      <dsp:nvSpPr>
        <dsp:cNvPr id="0" name=""/>
        <dsp:cNvSpPr/>
      </dsp:nvSpPr>
      <dsp:spPr>
        <a:xfrm>
          <a:off x="3962364" y="4321648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Simon </a:t>
          </a:r>
          <a:r>
            <a:rPr lang="en-US" sz="700" kern="1200" dirty="0" smtClean="0"/>
            <a:t>Liu          </a:t>
          </a:r>
          <a:r>
            <a:rPr lang="en-US" sz="700" kern="1200" dirty="0" smtClean="0"/>
            <a:t>Associate</a:t>
          </a:r>
          <a:endParaRPr lang="en-US" sz="700" kern="1200" dirty="0"/>
        </a:p>
      </dsp:txBody>
      <dsp:txXfrm>
        <a:off x="3962364" y="4321648"/>
        <a:ext cx="868951" cy="434475"/>
      </dsp:txXfrm>
    </dsp:sp>
    <dsp:sp modelId="{9E1A59A6-FA52-4FB1-AD5D-73658DE3D011}">
      <dsp:nvSpPr>
        <dsp:cNvPr id="0" name=""/>
        <dsp:cNvSpPr/>
      </dsp:nvSpPr>
      <dsp:spPr>
        <a:xfrm>
          <a:off x="3962364" y="4938603"/>
          <a:ext cx="868951" cy="434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Michael Marchetti</a:t>
          </a:r>
          <a:endParaRPr lang="en-US" sz="700" kern="1200" dirty="0"/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Analyst</a:t>
          </a:r>
          <a:endParaRPr lang="en-US" sz="700" kern="1200" dirty="0"/>
        </a:p>
      </dsp:txBody>
      <dsp:txXfrm>
        <a:off x="3962364" y="4938603"/>
        <a:ext cx="868951" cy="434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40CC3-D2C2-49E6-A68C-F015380DFCAF}" type="datetimeFigureOut">
              <a:rPr lang="en-US" smtClean="0"/>
              <a:pPr/>
              <a:t>12/6/2010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272C6-CE2A-49F4-8217-D460E9E9DEB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D0949-D68B-4B2B-97D0-AFE24BC1B778}" type="datetimeFigureOut">
              <a:rPr lang="en-US" smtClean="0"/>
              <a:pPr/>
              <a:t>12/6/2010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08C20-87B7-4F86-A355-BF06C940BE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urtains.jpg"/>
          <p:cNvPicPr>
            <a:picLocks noChangeAspect="1"/>
          </p:cNvPicPr>
          <p:nvPr userDrawn="1"/>
        </p:nvPicPr>
        <p:blipFill>
          <a:blip r:embed="rId2" cstate="print">
            <a:grayscl/>
          </a:blip>
          <a:stretch>
            <a:fillRect/>
          </a:stretch>
        </p:blipFill>
        <p:spPr>
          <a:xfrm>
            <a:off x="-1" y="-1"/>
            <a:ext cx="245942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>
            <a:normAutofit/>
          </a:bodyPr>
          <a:lstStyle>
            <a:lvl1pPr algn="r">
              <a:defRPr sz="4000" b="1">
                <a:solidFill>
                  <a:srgbClr val="5F5F5F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4753"/>
            <a:ext cx="7026442" cy="1703294"/>
          </a:xfrm>
        </p:spPr>
        <p:txBody>
          <a:bodyPr/>
          <a:lstStyle>
            <a:lvl1pPr marL="0" indent="0" algn="r">
              <a:buNone/>
              <a:defRPr b="1">
                <a:solidFill>
                  <a:srgbClr val="95B30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Hoopp_Logo_CorpName_390_7546_CMYK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114800" y="4856018"/>
            <a:ext cx="5029200" cy="18287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opp_Logo_390_7546_CMY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35270" y="5873919"/>
            <a:ext cx="2528048" cy="9192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7511" y="1655379"/>
            <a:ext cx="4855778" cy="4470784"/>
          </a:xfrm>
        </p:spPr>
        <p:txBody>
          <a:bodyPr/>
          <a:lstStyle>
            <a:lvl1pPr>
              <a:buClr>
                <a:srgbClr val="AEB202"/>
              </a:buClr>
              <a:buSzPct val="70000"/>
              <a:buFont typeface="Wingdings" pitchFamily="2" charset="2"/>
              <a:buChar char="l"/>
              <a:defRPr sz="2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AEB202"/>
              </a:buClr>
              <a:buSzPct val="90000"/>
              <a:defRPr sz="24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2pPr>
            <a:lvl3pPr>
              <a:buClr>
                <a:srgbClr val="AEB202"/>
              </a:buClr>
              <a:buSzPct val="90000"/>
              <a:defRPr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3pPr>
            <a:lvl4pPr>
              <a:buClr>
                <a:srgbClr val="AEB202"/>
              </a:buClr>
              <a:buSzPct val="90000"/>
              <a:defRPr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4pPr>
            <a:lvl5pPr>
              <a:buClr>
                <a:srgbClr val="AEB202"/>
              </a:buClr>
              <a:buSzPct val="90000"/>
              <a:defRPr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60947" y="106197"/>
            <a:ext cx="8783053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281289" y="1187114"/>
            <a:ext cx="8638675" cy="0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opp_Logo_390_7546_CMY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35270" y="5873919"/>
            <a:ext cx="2528048" cy="9192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041" y="1655379"/>
            <a:ext cx="8119248" cy="4470784"/>
          </a:xfrm>
        </p:spPr>
        <p:txBody>
          <a:bodyPr/>
          <a:lstStyle>
            <a:lvl1pPr>
              <a:buClr>
                <a:srgbClr val="AEB202"/>
              </a:buClr>
              <a:buSzPct val="70000"/>
              <a:buFont typeface="Wingdings" pitchFamily="2" charset="2"/>
              <a:buChar char="l"/>
              <a:defRPr sz="2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AEB202"/>
              </a:buClr>
              <a:buSzPct val="90000"/>
              <a:defRPr sz="24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2pPr>
            <a:lvl3pPr>
              <a:buClr>
                <a:srgbClr val="AEB202"/>
              </a:buClr>
              <a:buSzPct val="90000"/>
              <a:defRPr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3pPr>
            <a:lvl4pPr>
              <a:buClr>
                <a:srgbClr val="AEB202"/>
              </a:buClr>
              <a:buSzPct val="90000"/>
              <a:defRPr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4pPr>
            <a:lvl5pPr>
              <a:buClr>
                <a:srgbClr val="AEB202"/>
              </a:buClr>
              <a:buSzPct val="90000"/>
              <a:defRPr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60947" y="106197"/>
            <a:ext cx="8783053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281289" y="1187114"/>
            <a:ext cx="8638675" cy="0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Clr>
                <a:srgbClr val="AEB202"/>
              </a:buClr>
              <a:buSzPct val="70000"/>
              <a:buFont typeface="Wingdings" pitchFamily="2" charset="2"/>
              <a:buChar char="l"/>
              <a:defRPr sz="2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4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0947" y="106197"/>
            <a:ext cx="8783053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1289" y="1187114"/>
            <a:ext cx="8638675" cy="0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740166" y="1610711"/>
            <a:ext cx="4038600" cy="4525963"/>
          </a:xfrm>
        </p:spPr>
        <p:txBody>
          <a:bodyPr/>
          <a:lstStyle>
            <a:lvl1pPr>
              <a:buClr>
                <a:srgbClr val="AEB202"/>
              </a:buClr>
              <a:buSzPct val="70000"/>
              <a:buFont typeface="Wingdings" pitchFamily="2" charset="2"/>
              <a:buChar char="l"/>
              <a:defRPr sz="2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4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1" name="Picture 10" descr="Hoopp_Logo_390_7546_CMY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35270" y="5873919"/>
            <a:ext cx="2528048" cy="91929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rgbClr val="AEB202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Clr>
                <a:srgbClr val="AEB202"/>
              </a:buClr>
              <a:buSzPct val="70000"/>
              <a:buFont typeface="Wingdings" pitchFamily="2" charset="2"/>
              <a:buChar char="l"/>
              <a:defRPr sz="2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AEB202"/>
              </a:buClr>
              <a:defRPr sz="20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2pPr>
            <a:lvl3pPr>
              <a:buClr>
                <a:srgbClr val="AEB202"/>
              </a:buClr>
              <a:defRPr sz="1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3pPr>
            <a:lvl4pPr>
              <a:buClr>
                <a:srgbClr val="AEB202"/>
              </a:buClr>
              <a:defRPr sz="16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4pPr>
            <a:lvl5pPr>
              <a:buClr>
                <a:srgbClr val="AEB202"/>
              </a:buClr>
              <a:defRPr sz="16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rgbClr val="AEB202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Clr>
                <a:srgbClr val="AEB202"/>
              </a:buClr>
              <a:buSzPct val="70000"/>
              <a:buFont typeface="Wingdings" pitchFamily="2" charset="2"/>
              <a:buChar char="l"/>
              <a:defRPr sz="2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AEB202"/>
              </a:buClr>
              <a:defRPr sz="20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2pPr>
            <a:lvl3pPr>
              <a:buClr>
                <a:srgbClr val="AEB202"/>
              </a:buClr>
              <a:defRPr sz="18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3pPr>
            <a:lvl4pPr>
              <a:buClr>
                <a:srgbClr val="AEB202"/>
              </a:buClr>
              <a:defRPr sz="16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4pPr>
            <a:lvl5pPr>
              <a:buClr>
                <a:srgbClr val="AEB202"/>
              </a:buClr>
              <a:defRPr sz="1600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0947" y="106197"/>
            <a:ext cx="8783053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1289" y="1187114"/>
            <a:ext cx="8638675" cy="0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Hoopp_Logo_390_7546_CMY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35270" y="5873919"/>
            <a:ext cx="2528048" cy="91929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60947" y="106197"/>
            <a:ext cx="8783053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81289" y="1187114"/>
            <a:ext cx="8638675" cy="0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Hoopp_Logo_390_7546_CMY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35270" y="5873919"/>
            <a:ext cx="2528048" cy="91929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005558"/>
            <a:ext cx="5486400" cy="566738"/>
          </a:xfrm>
        </p:spPr>
        <p:txBody>
          <a:bodyPr anchor="b">
            <a:normAutofit/>
          </a:bodyPr>
          <a:lstStyle>
            <a:lvl1pPr algn="ctr">
              <a:defRPr sz="2000" b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02156"/>
            <a:ext cx="5486400" cy="402021"/>
          </a:xfrm>
        </p:spPr>
        <p:txBody>
          <a:bodyPr>
            <a:normAutofit/>
          </a:bodyPr>
          <a:lstStyle>
            <a:lvl1pPr marL="0" indent="0" algn="ctr">
              <a:buNone/>
              <a:defRPr sz="1600" i="1">
                <a:solidFill>
                  <a:srgbClr val="5F5F5F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5310" y="6356350"/>
            <a:ext cx="8828689" cy="501650"/>
          </a:xfrm>
        </p:spPr>
        <p:txBody>
          <a:bodyPr/>
          <a:lstStyle>
            <a:lvl1pPr algn="ctr">
              <a:defRPr/>
            </a:lvl1pPr>
          </a:lstStyle>
          <a:p>
            <a:pPr algn="l"/>
            <a:fld id="{2F653C8A-14B6-4B9C-8B89-7E679CF446BB}" type="slidenum">
              <a:rPr lang="en-US" smtClean="0"/>
              <a:pPr algn="l"/>
              <a:t>‹#›</a:t>
            </a:fld>
            <a:endParaRPr lang="en-US" dirty="0"/>
          </a:p>
        </p:txBody>
      </p:sp>
      <p:pic>
        <p:nvPicPr>
          <p:cNvPr id="9" name="Picture 8" descr="Hoopp_Logo_390_7546_CMYK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35270" y="5873919"/>
            <a:ext cx="2528048" cy="91929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AB4BD-F9E9-47DC-8E3F-C18E19BB5BDB}" type="datetimeFigureOut">
              <a:rPr lang="en-US" smtClean="0"/>
              <a:pPr/>
              <a:t>12/6/2010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3C8A-14B6-4B9C-8B89-7E679CF446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50" r:id="rId2"/>
    <p:sldLayoutId id="2147483669" r:id="rId3"/>
    <p:sldLayoutId id="2147483652" r:id="rId4"/>
    <p:sldLayoutId id="2147483670" r:id="rId5"/>
    <p:sldLayoutId id="2147483654" r:id="rId6"/>
    <p:sldLayoutId id="2147483655" r:id="rId7"/>
    <p:sldLayoutId id="2147483671" r:id="rId8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>
                <a:latin typeface="Arial" pitchFamily="34" charset="0"/>
                <a:ea typeface="Calibri"/>
                <a:cs typeface="Arial" pitchFamily="34" charset="0"/>
              </a:rPr>
              <a:t>Overview for New IT Hires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Securities Operations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December 7</a:t>
            </a:r>
            <a:r>
              <a:rPr lang="en-US" baseline="30000" dirty="0" smtClean="0">
                <a:latin typeface="Arial" pitchFamily="34" charset="0"/>
                <a:cs typeface="Arial" pitchFamily="34" charset="0"/>
              </a:rPr>
              <a:t>th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2010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Team Members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/>
        </p:nvGraphicFramePr>
        <p:xfrm>
          <a:off x="268014" y="882869"/>
          <a:ext cx="8576442" cy="5376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5669" y="1403131"/>
            <a:ext cx="8497620" cy="4723032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Responsible for the maintenance of HOOPPs investments in Dimension</a:t>
            </a:r>
          </a:p>
          <a:p>
            <a:pPr lvl="1"/>
            <a:r>
              <a:rPr lang="en-US" sz="2000" dirty="0" smtClean="0"/>
              <a:t>Trade capture and accuracy</a:t>
            </a:r>
          </a:p>
          <a:p>
            <a:pPr lvl="2"/>
            <a:r>
              <a:rPr lang="en-US" sz="2000" dirty="0" smtClean="0"/>
              <a:t>Including corporate action processing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Holding Key Integrity</a:t>
            </a:r>
          </a:p>
          <a:p>
            <a:pPr lvl="1"/>
            <a:r>
              <a:rPr lang="en-US" sz="2000" dirty="0" smtClean="0"/>
              <a:t>Status Elevation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dirty="0" smtClean="0"/>
              <a:t>Cash processing for Derivative products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Legal confirmation processing</a:t>
            </a:r>
          </a:p>
          <a:p>
            <a:pPr lvl="1"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>
                <a:ea typeface="Calibri"/>
              </a:rPr>
              <a:t>Securities Operations </a:t>
            </a:r>
            <a:r>
              <a:rPr lang="en-CA" dirty="0" smtClean="0">
                <a:latin typeface="Arial" pitchFamily="34" charset="0"/>
                <a:ea typeface="Calibri"/>
                <a:cs typeface="Arial" pitchFamily="34" charset="0"/>
              </a:rPr>
              <a:t>Responsibilities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Derivative 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Interest Rate Swaps</a:t>
            </a:r>
          </a:p>
          <a:p>
            <a:r>
              <a:rPr lang="en-US" sz="2000" dirty="0" smtClean="0"/>
              <a:t>Total Return Swaps</a:t>
            </a:r>
          </a:p>
          <a:p>
            <a:r>
              <a:rPr lang="en-US" sz="2000" dirty="0" smtClean="0"/>
              <a:t>Credit Default Swaps</a:t>
            </a:r>
          </a:p>
          <a:p>
            <a:r>
              <a:rPr lang="en-US" sz="2000" dirty="0" smtClean="0"/>
              <a:t>Options</a:t>
            </a:r>
          </a:p>
          <a:p>
            <a:r>
              <a:rPr lang="en-US" sz="2000" dirty="0" smtClean="0"/>
              <a:t>Futures</a:t>
            </a:r>
          </a:p>
          <a:p>
            <a:r>
              <a:rPr lang="en-US" sz="2000" dirty="0" smtClean="0"/>
              <a:t>Loans</a:t>
            </a:r>
          </a:p>
          <a:p>
            <a:r>
              <a:rPr lang="en-US" sz="2000" dirty="0" err="1" smtClean="0"/>
              <a:t>Fx</a:t>
            </a:r>
            <a:r>
              <a:rPr lang="en-US" sz="2000" dirty="0" smtClean="0"/>
              <a:t> Forwards</a:t>
            </a:r>
          </a:p>
          <a:p>
            <a:endParaRPr lang="en-US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Market securities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Money Markets</a:t>
            </a:r>
          </a:p>
          <a:p>
            <a:r>
              <a:rPr lang="en-US" sz="2000" dirty="0" smtClean="0"/>
              <a:t>Bonds</a:t>
            </a:r>
          </a:p>
          <a:p>
            <a:r>
              <a:rPr lang="en-US" sz="2000" dirty="0" smtClean="0"/>
              <a:t>Equities</a:t>
            </a:r>
          </a:p>
          <a:p>
            <a:r>
              <a:rPr lang="en-US" sz="2000" dirty="0" smtClean="0"/>
              <a:t>Repos</a:t>
            </a:r>
            <a:endParaRPr lang="en-US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Products Traded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Compound Code</a:t>
            </a:r>
          </a:p>
          <a:p>
            <a:r>
              <a:rPr lang="en-US" sz="2000" dirty="0" smtClean="0"/>
              <a:t>INT/EXT holding</a:t>
            </a:r>
          </a:p>
          <a:p>
            <a:r>
              <a:rPr lang="en-US" sz="2000" dirty="0" smtClean="0"/>
              <a:t>Security Lender</a:t>
            </a:r>
          </a:p>
          <a:p>
            <a:r>
              <a:rPr lang="en-US" sz="2000" dirty="0" smtClean="0"/>
              <a:t>Collateral pools</a:t>
            </a:r>
          </a:p>
          <a:p>
            <a:r>
              <a:rPr lang="en-US" sz="2000" dirty="0" smtClean="0"/>
              <a:t>Model Portfolio</a:t>
            </a:r>
          </a:p>
          <a:p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Holding Keys and Status Elevation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Auxiliary Job for Derivative trades </a:t>
            </a:r>
          </a:p>
          <a:p>
            <a:r>
              <a:rPr lang="en-US" sz="2000" dirty="0" smtClean="0"/>
              <a:t>Auxiliary Job for marketable deals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SimCorp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Dimension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Bloomberg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POMS</a:t>
            </a:r>
          </a:p>
          <a:p>
            <a:r>
              <a:rPr lang="en-US" dirty="0" smtClean="0"/>
              <a:t>Reporting Services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Northern Trust Passport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itchFamily="34" charset="0"/>
                <a:ea typeface="Calibri"/>
                <a:cs typeface="Arial" pitchFamily="34" charset="0"/>
              </a:rPr>
              <a:t>Systems Used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5669" y="1403131"/>
            <a:ext cx="8497620" cy="4723032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Day to day issue resolution</a:t>
            </a:r>
          </a:p>
          <a:p>
            <a:r>
              <a:rPr lang="en-US" sz="2000" dirty="0" smtClean="0"/>
              <a:t>Reporting enhancements</a:t>
            </a:r>
          </a:p>
          <a:p>
            <a:r>
              <a:rPr lang="en-US" sz="2000" dirty="0" smtClean="0"/>
              <a:t>System improvements</a:t>
            </a:r>
          </a:p>
          <a:p>
            <a:endParaRPr lang="en-US" sz="1600" dirty="0" smtClean="0"/>
          </a:p>
          <a:p>
            <a:pPr lvl="1"/>
            <a:endParaRPr lang="en-US" sz="1600" dirty="0" smtClean="0"/>
          </a:p>
          <a:p>
            <a:pPr lvl="1"/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>
                <a:ea typeface="Calibri"/>
              </a:rPr>
              <a:t>Relationship with IT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Picture with caption 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Picture with caption text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169</Words>
  <Application>Microsoft Office PowerPoint</Application>
  <PresentationFormat>On-screen Show (4:3)</PresentationFormat>
  <Paragraphs>66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Overview for New IT Hires</vt:lpstr>
      <vt:lpstr>Team Members</vt:lpstr>
      <vt:lpstr>Securities Operations Responsibilities</vt:lpstr>
      <vt:lpstr>Products Traded</vt:lpstr>
      <vt:lpstr>Holding Keys and Status Elevation </vt:lpstr>
      <vt:lpstr>Systems Used</vt:lpstr>
      <vt:lpstr>Relationship with IT</vt:lpstr>
      <vt:lpstr>Picture with caption title</vt:lpstr>
    </vt:vector>
  </TitlesOfParts>
  <Company>HOOPP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Jayne Patterson</dc:creator>
  <cp:lastModifiedBy>Safiya Bannister</cp:lastModifiedBy>
  <cp:revision>58</cp:revision>
  <dcterms:created xsi:type="dcterms:W3CDTF">2010-01-13T19:33:12Z</dcterms:created>
  <dcterms:modified xsi:type="dcterms:W3CDTF">2010-12-06T21:39:19Z</dcterms:modified>
</cp:coreProperties>
</file>